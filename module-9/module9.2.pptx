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9"/>
    <p:restoredTop sz="94649"/>
  </p:normalViewPr>
  <p:slideViewPr>
    <p:cSldViewPr snapToGrid="0">
      <p:cViewPr varScale="1">
        <p:scale>
          <a:sx n="136" d="100"/>
          <a:sy n="136" d="100"/>
        </p:scale>
        <p:origin x="22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C39FBE-ADE9-4AB8-939F-1A2DA248EA0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660C10-DFC3-4459-A293-060B0C1F5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Lack of visible engagement weakens trust</a:t>
          </a:r>
          <a:br>
            <a:rPr lang="en-US"/>
          </a:br>
          <a:endParaRPr lang="en-US"/>
        </a:p>
      </dgm:t>
    </dgm:pt>
    <dgm:pt modelId="{A73F8D83-F2AD-4DFF-A1B2-7F0E3344FD51}" type="parTrans" cxnId="{2E503C50-CD10-4C46-A6AE-4E53BAC7D015}">
      <dgm:prSet/>
      <dgm:spPr/>
      <dgm:t>
        <a:bodyPr/>
        <a:lstStyle/>
        <a:p>
          <a:endParaRPr lang="en-US"/>
        </a:p>
      </dgm:t>
    </dgm:pt>
    <dgm:pt modelId="{863180FB-ECE0-4A4B-8E84-31FBDE2B2386}" type="sibTrans" cxnId="{2E503C50-CD10-4C46-A6AE-4E53BAC7D015}">
      <dgm:prSet/>
      <dgm:spPr/>
      <dgm:t>
        <a:bodyPr/>
        <a:lstStyle/>
        <a:p>
          <a:endParaRPr lang="en-US"/>
        </a:p>
      </dgm:t>
    </dgm:pt>
    <dgm:pt modelId="{32216D6F-9284-468F-9530-C09531E687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Inconsistent modeling of fairness</a:t>
          </a:r>
          <a:br>
            <a:rPr lang="en-US"/>
          </a:br>
          <a:endParaRPr lang="en-US"/>
        </a:p>
      </dgm:t>
    </dgm:pt>
    <dgm:pt modelId="{5C1B29F7-544C-4736-A0B8-306CED7482DA}" type="parTrans" cxnId="{05E0E7ED-AD82-4E40-B7E5-C3C9D7960FE2}">
      <dgm:prSet/>
      <dgm:spPr/>
      <dgm:t>
        <a:bodyPr/>
        <a:lstStyle/>
        <a:p>
          <a:endParaRPr lang="en-US"/>
        </a:p>
      </dgm:t>
    </dgm:pt>
    <dgm:pt modelId="{143A1D89-487F-42E1-B10B-5033A285D4B3}" type="sibTrans" cxnId="{05E0E7ED-AD82-4E40-B7E5-C3C9D7960FE2}">
      <dgm:prSet/>
      <dgm:spPr/>
      <dgm:t>
        <a:bodyPr/>
        <a:lstStyle/>
        <a:p>
          <a:endParaRPr lang="en-US"/>
        </a:p>
      </dgm:t>
    </dgm:pt>
    <dgm:pt modelId="{EC7755E7-C7FA-4E11-94C6-F8905D461E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Competing priorities reduce safety focus</a:t>
          </a:r>
          <a:br>
            <a:rPr lang="en-US"/>
          </a:br>
          <a:endParaRPr lang="en-US"/>
        </a:p>
      </dgm:t>
    </dgm:pt>
    <dgm:pt modelId="{846D1DE2-EC9D-493A-9BDF-D09F5F6FCA79}" type="parTrans" cxnId="{D7213BED-58F5-4828-B1FC-8BD4D99A208C}">
      <dgm:prSet/>
      <dgm:spPr/>
      <dgm:t>
        <a:bodyPr/>
        <a:lstStyle/>
        <a:p>
          <a:endParaRPr lang="en-US"/>
        </a:p>
      </dgm:t>
    </dgm:pt>
    <dgm:pt modelId="{3C452657-679C-4E60-9798-29F7603FDFF0}" type="sibTrans" cxnId="{D7213BED-58F5-4828-B1FC-8BD4D99A208C}">
      <dgm:prSet/>
      <dgm:spPr/>
      <dgm:t>
        <a:bodyPr/>
        <a:lstStyle/>
        <a:p>
          <a:endParaRPr lang="en-US"/>
        </a:p>
      </dgm:t>
    </dgm:pt>
    <dgm:pt modelId="{8D5BBA58-B699-4A71-8B8D-307B3EEC85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Finger-pointing becomes normalized</a:t>
          </a:r>
        </a:p>
      </dgm:t>
    </dgm:pt>
    <dgm:pt modelId="{62697463-49AB-46E3-A591-11AFF0AF1368}" type="parTrans" cxnId="{C6BF69D1-3263-4EEF-B283-0A2BDA9BCC27}">
      <dgm:prSet/>
      <dgm:spPr/>
      <dgm:t>
        <a:bodyPr/>
        <a:lstStyle/>
        <a:p>
          <a:endParaRPr lang="en-US"/>
        </a:p>
      </dgm:t>
    </dgm:pt>
    <dgm:pt modelId="{EA934752-7922-4A29-BD54-6090DBF0D570}" type="sibTrans" cxnId="{C6BF69D1-3263-4EEF-B283-0A2BDA9BCC27}">
      <dgm:prSet/>
      <dgm:spPr/>
      <dgm:t>
        <a:bodyPr/>
        <a:lstStyle/>
        <a:p>
          <a:endParaRPr lang="en-US"/>
        </a:p>
      </dgm:t>
    </dgm:pt>
    <dgm:pt modelId="{14AFF18E-3895-4E29-9FFB-D770B2975E14}" type="pres">
      <dgm:prSet presAssocID="{05C39FBE-ADE9-4AB8-939F-1A2DA248EA04}" presName="root" presStyleCnt="0">
        <dgm:presLayoutVars>
          <dgm:dir/>
          <dgm:resizeHandles val="exact"/>
        </dgm:presLayoutVars>
      </dgm:prSet>
      <dgm:spPr/>
    </dgm:pt>
    <dgm:pt modelId="{35FA2A1C-E610-4523-9647-FF74DE78B094}" type="pres">
      <dgm:prSet presAssocID="{FB660C10-DFC3-4459-A293-060B0C1F5D49}" presName="compNode" presStyleCnt="0"/>
      <dgm:spPr/>
    </dgm:pt>
    <dgm:pt modelId="{13522ACF-0301-4518-B068-110711734348}" type="pres">
      <dgm:prSet presAssocID="{FB660C10-DFC3-4459-A293-060B0C1F5D4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EF668C6-672B-488E-9CA4-2B503AFA5878}" type="pres">
      <dgm:prSet presAssocID="{FB660C10-DFC3-4459-A293-060B0C1F5D49}" presName="spaceRect" presStyleCnt="0"/>
      <dgm:spPr/>
    </dgm:pt>
    <dgm:pt modelId="{51155F0F-05D2-4F84-A8E1-52FC08469D6D}" type="pres">
      <dgm:prSet presAssocID="{FB660C10-DFC3-4459-A293-060B0C1F5D49}" presName="textRect" presStyleLbl="revTx" presStyleIdx="0" presStyleCnt="4">
        <dgm:presLayoutVars>
          <dgm:chMax val="1"/>
          <dgm:chPref val="1"/>
        </dgm:presLayoutVars>
      </dgm:prSet>
      <dgm:spPr/>
    </dgm:pt>
    <dgm:pt modelId="{D49A27DA-E725-4D4C-8B3A-475A2B4CE781}" type="pres">
      <dgm:prSet presAssocID="{863180FB-ECE0-4A4B-8E84-31FBDE2B2386}" presName="sibTrans" presStyleCnt="0"/>
      <dgm:spPr/>
    </dgm:pt>
    <dgm:pt modelId="{4F1DFCE0-2952-4176-9099-E0865751D872}" type="pres">
      <dgm:prSet presAssocID="{32216D6F-9284-468F-9530-C09531E687A9}" presName="compNode" presStyleCnt="0"/>
      <dgm:spPr/>
    </dgm:pt>
    <dgm:pt modelId="{980C8A84-C282-4F52-BE53-8B26B8484874}" type="pres">
      <dgm:prSet presAssocID="{32216D6F-9284-468F-9530-C09531E687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0E1952C-F181-4E8E-ACCB-42273D5AA68E}" type="pres">
      <dgm:prSet presAssocID="{32216D6F-9284-468F-9530-C09531E687A9}" presName="spaceRect" presStyleCnt="0"/>
      <dgm:spPr/>
    </dgm:pt>
    <dgm:pt modelId="{CCDABB0D-4F98-4EB1-8B33-9E644FC84EAD}" type="pres">
      <dgm:prSet presAssocID="{32216D6F-9284-468F-9530-C09531E687A9}" presName="textRect" presStyleLbl="revTx" presStyleIdx="1" presStyleCnt="4">
        <dgm:presLayoutVars>
          <dgm:chMax val="1"/>
          <dgm:chPref val="1"/>
        </dgm:presLayoutVars>
      </dgm:prSet>
      <dgm:spPr/>
    </dgm:pt>
    <dgm:pt modelId="{0D531A47-3532-433B-A9D9-EF166FD5C3AB}" type="pres">
      <dgm:prSet presAssocID="{143A1D89-487F-42E1-B10B-5033A285D4B3}" presName="sibTrans" presStyleCnt="0"/>
      <dgm:spPr/>
    </dgm:pt>
    <dgm:pt modelId="{B49A554D-4563-41C3-9884-72D30FFF00EE}" type="pres">
      <dgm:prSet presAssocID="{EC7755E7-C7FA-4E11-94C6-F8905D461EDF}" presName="compNode" presStyleCnt="0"/>
      <dgm:spPr/>
    </dgm:pt>
    <dgm:pt modelId="{6E7739E4-BD73-4361-96DC-6E427E53D6E0}" type="pres">
      <dgm:prSet presAssocID="{EC7755E7-C7FA-4E11-94C6-F8905D461E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06BCA87-571C-44D5-91D8-B0D444AAC43C}" type="pres">
      <dgm:prSet presAssocID="{EC7755E7-C7FA-4E11-94C6-F8905D461EDF}" presName="spaceRect" presStyleCnt="0"/>
      <dgm:spPr/>
    </dgm:pt>
    <dgm:pt modelId="{115E58C9-B891-429C-A607-5B063013B998}" type="pres">
      <dgm:prSet presAssocID="{EC7755E7-C7FA-4E11-94C6-F8905D461EDF}" presName="textRect" presStyleLbl="revTx" presStyleIdx="2" presStyleCnt="4">
        <dgm:presLayoutVars>
          <dgm:chMax val="1"/>
          <dgm:chPref val="1"/>
        </dgm:presLayoutVars>
      </dgm:prSet>
      <dgm:spPr/>
    </dgm:pt>
    <dgm:pt modelId="{DB7108B0-F3FD-4122-A86A-CE43BDFE1BF1}" type="pres">
      <dgm:prSet presAssocID="{3C452657-679C-4E60-9798-29F7603FDFF0}" presName="sibTrans" presStyleCnt="0"/>
      <dgm:spPr/>
    </dgm:pt>
    <dgm:pt modelId="{08503A86-669D-400C-9C84-58004B17F35B}" type="pres">
      <dgm:prSet presAssocID="{8D5BBA58-B699-4A71-8B8D-307B3EEC854C}" presName="compNode" presStyleCnt="0"/>
      <dgm:spPr/>
    </dgm:pt>
    <dgm:pt modelId="{CC5E8F4F-405C-4047-9952-07FA77837FC8}" type="pres">
      <dgm:prSet presAssocID="{8D5BBA58-B699-4A71-8B8D-307B3EEC85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4C8F3ED5-EAD5-4F6E-99BE-10F52A405620}" type="pres">
      <dgm:prSet presAssocID="{8D5BBA58-B699-4A71-8B8D-307B3EEC854C}" presName="spaceRect" presStyleCnt="0"/>
      <dgm:spPr/>
    </dgm:pt>
    <dgm:pt modelId="{C67A0DDE-7C15-4387-9F9D-A4D054BEA068}" type="pres">
      <dgm:prSet presAssocID="{8D5BBA58-B699-4A71-8B8D-307B3EEC854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D8FB30-8F37-4CA6-A0CF-5E49311E2FB8}" type="presOf" srcId="{05C39FBE-ADE9-4AB8-939F-1A2DA248EA04}" destId="{14AFF18E-3895-4E29-9FFB-D770B2975E14}" srcOrd="0" destOrd="0" presId="urn:microsoft.com/office/officeart/2018/2/layout/IconLabelList"/>
    <dgm:cxn modelId="{53245B39-4052-4929-B826-41B8BA338641}" type="presOf" srcId="{EC7755E7-C7FA-4E11-94C6-F8905D461EDF}" destId="{115E58C9-B891-429C-A607-5B063013B998}" srcOrd="0" destOrd="0" presId="urn:microsoft.com/office/officeart/2018/2/layout/IconLabelList"/>
    <dgm:cxn modelId="{2E503C50-CD10-4C46-A6AE-4E53BAC7D015}" srcId="{05C39FBE-ADE9-4AB8-939F-1A2DA248EA04}" destId="{FB660C10-DFC3-4459-A293-060B0C1F5D49}" srcOrd="0" destOrd="0" parTransId="{A73F8D83-F2AD-4DFF-A1B2-7F0E3344FD51}" sibTransId="{863180FB-ECE0-4A4B-8E84-31FBDE2B2386}"/>
    <dgm:cxn modelId="{32B04C73-BF87-4828-A948-468AF3CC10B5}" type="presOf" srcId="{FB660C10-DFC3-4459-A293-060B0C1F5D49}" destId="{51155F0F-05D2-4F84-A8E1-52FC08469D6D}" srcOrd="0" destOrd="0" presId="urn:microsoft.com/office/officeart/2018/2/layout/IconLabelList"/>
    <dgm:cxn modelId="{A1C6C877-FDED-4D06-817B-D4DFEFAACBAC}" type="presOf" srcId="{32216D6F-9284-468F-9530-C09531E687A9}" destId="{CCDABB0D-4F98-4EB1-8B33-9E644FC84EAD}" srcOrd="0" destOrd="0" presId="urn:microsoft.com/office/officeart/2018/2/layout/IconLabelList"/>
    <dgm:cxn modelId="{B3405CBA-2A5E-4502-8CCB-AFFBE7C331CB}" type="presOf" srcId="{8D5BBA58-B699-4A71-8B8D-307B3EEC854C}" destId="{C67A0DDE-7C15-4387-9F9D-A4D054BEA068}" srcOrd="0" destOrd="0" presId="urn:microsoft.com/office/officeart/2018/2/layout/IconLabelList"/>
    <dgm:cxn modelId="{C6BF69D1-3263-4EEF-B283-0A2BDA9BCC27}" srcId="{05C39FBE-ADE9-4AB8-939F-1A2DA248EA04}" destId="{8D5BBA58-B699-4A71-8B8D-307B3EEC854C}" srcOrd="3" destOrd="0" parTransId="{62697463-49AB-46E3-A591-11AFF0AF1368}" sibTransId="{EA934752-7922-4A29-BD54-6090DBF0D570}"/>
    <dgm:cxn modelId="{D7213BED-58F5-4828-B1FC-8BD4D99A208C}" srcId="{05C39FBE-ADE9-4AB8-939F-1A2DA248EA04}" destId="{EC7755E7-C7FA-4E11-94C6-F8905D461EDF}" srcOrd="2" destOrd="0" parTransId="{846D1DE2-EC9D-493A-9BDF-D09F5F6FCA79}" sibTransId="{3C452657-679C-4E60-9798-29F7603FDFF0}"/>
    <dgm:cxn modelId="{05E0E7ED-AD82-4E40-B7E5-C3C9D7960FE2}" srcId="{05C39FBE-ADE9-4AB8-939F-1A2DA248EA04}" destId="{32216D6F-9284-468F-9530-C09531E687A9}" srcOrd="1" destOrd="0" parTransId="{5C1B29F7-544C-4736-A0B8-306CED7482DA}" sibTransId="{143A1D89-487F-42E1-B10B-5033A285D4B3}"/>
    <dgm:cxn modelId="{EDE1C5D1-BD77-4E16-8CBE-9622A89D2B35}" type="presParOf" srcId="{14AFF18E-3895-4E29-9FFB-D770B2975E14}" destId="{35FA2A1C-E610-4523-9647-FF74DE78B094}" srcOrd="0" destOrd="0" presId="urn:microsoft.com/office/officeart/2018/2/layout/IconLabelList"/>
    <dgm:cxn modelId="{976FD3A8-5B79-468F-B540-B25F0B451C9B}" type="presParOf" srcId="{35FA2A1C-E610-4523-9647-FF74DE78B094}" destId="{13522ACF-0301-4518-B068-110711734348}" srcOrd="0" destOrd="0" presId="urn:microsoft.com/office/officeart/2018/2/layout/IconLabelList"/>
    <dgm:cxn modelId="{E761532D-BF58-4D36-A074-70CE22A18E0E}" type="presParOf" srcId="{35FA2A1C-E610-4523-9647-FF74DE78B094}" destId="{AEF668C6-672B-488E-9CA4-2B503AFA5878}" srcOrd="1" destOrd="0" presId="urn:microsoft.com/office/officeart/2018/2/layout/IconLabelList"/>
    <dgm:cxn modelId="{01D3DF7C-AC05-4F5C-B787-67298D31BC6B}" type="presParOf" srcId="{35FA2A1C-E610-4523-9647-FF74DE78B094}" destId="{51155F0F-05D2-4F84-A8E1-52FC08469D6D}" srcOrd="2" destOrd="0" presId="urn:microsoft.com/office/officeart/2018/2/layout/IconLabelList"/>
    <dgm:cxn modelId="{EE999041-E7D4-4344-A095-DD4F541F8177}" type="presParOf" srcId="{14AFF18E-3895-4E29-9FFB-D770B2975E14}" destId="{D49A27DA-E725-4D4C-8B3A-475A2B4CE781}" srcOrd="1" destOrd="0" presId="urn:microsoft.com/office/officeart/2018/2/layout/IconLabelList"/>
    <dgm:cxn modelId="{E05A8A77-256B-4968-A158-C731CBB7A4BF}" type="presParOf" srcId="{14AFF18E-3895-4E29-9FFB-D770B2975E14}" destId="{4F1DFCE0-2952-4176-9099-E0865751D872}" srcOrd="2" destOrd="0" presId="urn:microsoft.com/office/officeart/2018/2/layout/IconLabelList"/>
    <dgm:cxn modelId="{B58A69C2-05F5-40F9-B17B-9D77517FE78A}" type="presParOf" srcId="{4F1DFCE0-2952-4176-9099-E0865751D872}" destId="{980C8A84-C282-4F52-BE53-8B26B8484874}" srcOrd="0" destOrd="0" presId="urn:microsoft.com/office/officeart/2018/2/layout/IconLabelList"/>
    <dgm:cxn modelId="{F6621FDD-2642-413B-964D-85B1C5D691F6}" type="presParOf" srcId="{4F1DFCE0-2952-4176-9099-E0865751D872}" destId="{80E1952C-F181-4E8E-ACCB-42273D5AA68E}" srcOrd="1" destOrd="0" presId="urn:microsoft.com/office/officeart/2018/2/layout/IconLabelList"/>
    <dgm:cxn modelId="{C2205316-9941-4062-85C6-AB9FAF4A5780}" type="presParOf" srcId="{4F1DFCE0-2952-4176-9099-E0865751D872}" destId="{CCDABB0D-4F98-4EB1-8B33-9E644FC84EAD}" srcOrd="2" destOrd="0" presId="urn:microsoft.com/office/officeart/2018/2/layout/IconLabelList"/>
    <dgm:cxn modelId="{B6D90C58-32BC-452C-BEC1-303067B59B23}" type="presParOf" srcId="{14AFF18E-3895-4E29-9FFB-D770B2975E14}" destId="{0D531A47-3532-433B-A9D9-EF166FD5C3AB}" srcOrd="3" destOrd="0" presId="urn:microsoft.com/office/officeart/2018/2/layout/IconLabelList"/>
    <dgm:cxn modelId="{CEB8E39E-0A5F-46E9-A400-6ACF3904E97B}" type="presParOf" srcId="{14AFF18E-3895-4E29-9FFB-D770B2975E14}" destId="{B49A554D-4563-41C3-9884-72D30FFF00EE}" srcOrd="4" destOrd="0" presId="urn:microsoft.com/office/officeart/2018/2/layout/IconLabelList"/>
    <dgm:cxn modelId="{5779CE24-EE88-4EDB-BBC1-D3A2BFD78457}" type="presParOf" srcId="{B49A554D-4563-41C3-9884-72D30FFF00EE}" destId="{6E7739E4-BD73-4361-96DC-6E427E53D6E0}" srcOrd="0" destOrd="0" presId="urn:microsoft.com/office/officeart/2018/2/layout/IconLabelList"/>
    <dgm:cxn modelId="{E7B8D3D6-1300-484F-9B24-B60C9F3A2CB5}" type="presParOf" srcId="{B49A554D-4563-41C3-9884-72D30FFF00EE}" destId="{A06BCA87-571C-44D5-91D8-B0D444AAC43C}" srcOrd="1" destOrd="0" presId="urn:microsoft.com/office/officeart/2018/2/layout/IconLabelList"/>
    <dgm:cxn modelId="{4E4C16FB-BB73-4453-9450-35C429AC7B37}" type="presParOf" srcId="{B49A554D-4563-41C3-9884-72D30FFF00EE}" destId="{115E58C9-B891-429C-A607-5B063013B998}" srcOrd="2" destOrd="0" presId="urn:microsoft.com/office/officeart/2018/2/layout/IconLabelList"/>
    <dgm:cxn modelId="{A1D57071-A704-40DA-B817-0A256E74226F}" type="presParOf" srcId="{14AFF18E-3895-4E29-9FFB-D770B2975E14}" destId="{DB7108B0-F3FD-4122-A86A-CE43BDFE1BF1}" srcOrd="5" destOrd="0" presId="urn:microsoft.com/office/officeart/2018/2/layout/IconLabelList"/>
    <dgm:cxn modelId="{14461B67-D626-4E0F-8173-3C77EE0AB916}" type="presParOf" srcId="{14AFF18E-3895-4E29-9FFB-D770B2975E14}" destId="{08503A86-669D-400C-9C84-58004B17F35B}" srcOrd="6" destOrd="0" presId="urn:microsoft.com/office/officeart/2018/2/layout/IconLabelList"/>
    <dgm:cxn modelId="{F181CC9F-7C32-4634-91AE-C3CA685E8C29}" type="presParOf" srcId="{08503A86-669D-400C-9C84-58004B17F35B}" destId="{CC5E8F4F-405C-4047-9952-07FA77837FC8}" srcOrd="0" destOrd="0" presId="urn:microsoft.com/office/officeart/2018/2/layout/IconLabelList"/>
    <dgm:cxn modelId="{EA9717F6-A1BC-45F6-98BC-1BA6A208F2A6}" type="presParOf" srcId="{08503A86-669D-400C-9C84-58004B17F35B}" destId="{4C8F3ED5-EAD5-4F6E-99BE-10F52A405620}" srcOrd="1" destOrd="0" presId="urn:microsoft.com/office/officeart/2018/2/layout/IconLabelList"/>
    <dgm:cxn modelId="{C3D17401-3B66-4743-B2E8-561355B1D640}" type="presParOf" srcId="{08503A86-669D-400C-9C84-58004B17F35B}" destId="{C67A0DDE-7C15-4387-9F9D-A4D054BEA06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82F8A7-E662-43DC-BBA0-864718C11EF0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DFDD94-C7FB-463C-A67B-73C4F2928D74}">
      <dgm:prSet/>
      <dgm:spPr/>
      <dgm:t>
        <a:bodyPr/>
        <a:lstStyle/>
        <a:p>
          <a:r>
            <a:rPr lang="en-US"/>
            <a:t>• Institutional norms resist change</a:t>
          </a:r>
          <a:br>
            <a:rPr lang="en-US"/>
          </a:br>
          <a:endParaRPr lang="en-US"/>
        </a:p>
      </dgm:t>
    </dgm:pt>
    <dgm:pt modelId="{12703838-EF11-495E-B045-8727CE82EDE2}" type="parTrans" cxnId="{61DF66CF-5ABF-46EF-B9F9-DF08C2B961EF}">
      <dgm:prSet/>
      <dgm:spPr/>
      <dgm:t>
        <a:bodyPr/>
        <a:lstStyle/>
        <a:p>
          <a:endParaRPr lang="en-US"/>
        </a:p>
      </dgm:t>
    </dgm:pt>
    <dgm:pt modelId="{94543FAD-3337-48BC-B04B-837F0F7661E4}" type="sibTrans" cxnId="{61DF66CF-5ABF-46EF-B9F9-DF08C2B961EF}">
      <dgm:prSet/>
      <dgm:spPr/>
      <dgm:t>
        <a:bodyPr/>
        <a:lstStyle/>
        <a:p>
          <a:endParaRPr lang="en-US"/>
        </a:p>
      </dgm:t>
    </dgm:pt>
    <dgm:pt modelId="{BD2340FA-24DD-4D36-9A39-3DBA2F4133E4}">
      <dgm:prSet/>
      <dgm:spPr/>
      <dgm:t>
        <a:bodyPr/>
        <a:lstStyle/>
        <a:p>
          <a:r>
            <a:rPr lang="en-US"/>
            <a:t>• Theory does not match practice</a:t>
          </a:r>
          <a:br>
            <a:rPr lang="en-US"/>
          </a:br>
          <a:endParaRPr lang="en-US"/>
        </a:p>
      </dgm:t>
    </dgm:pt>
    <dgm:pt modelId="{C6AF7E99-314A-4010-8C34-5642481BE273}" type="parTrans" cxnId="{F67A3B66-17FB-4D8B-A0FA-9C2B2E4978E8}">
      <dgm:prSet/>
      <dgm:spPr/>
      <dgm:t>
        <a:bodyPr/>
        <a:lstStyle/>
        <a:p>
          <a:endParaRPr lang="en-US"/>
        </a:p>
      </dgm:t>
    </dgm:pt>
    <dgm:pt modelId="{DBF0E386-312C-4AC9-97BF-8D86724C2B8D}" type="sibTrans" cxnId="{F67A3B66-17FB-4D8B-A0FA-9C2B2E4978E8}">
      <dgm:prSet/>
      <dgm:spPr/>
      <dgm:t>
        <a:bodyPr/>
        <a:lstStyle/>
        <a:p>
          <a:endParaRPr lang="en-US"/>
        </a:p>
      </dgm:t>
    </dgm:pt>
    <dgm:pt modelId="{6B972A97-F846-401E-A33F-5E5D37A30BAE}">
      <dgm:prSet/>
      <dgm:spPr/>
      <dgm:t>
        <a:bodyPr/>
        <a:lstStyle/>
        <a:p>
          <a:r>
            <a:rPr lang="en-US"/>
            <a:t>• Local history shapes response to change</a:t>
          </a:r>
          <a:br>
            <a:rPr lang="en-US"/>
          </a:br>
          <a:endParaRPr lang="en-US"/>
        </a:p>
      </dgm:t>
    </dgm:pt>
    <dgm:pt modelId="{F14D818D-76B6-475D-A3AA-DAC84243B03F}" type="parTrans" cxnId="{2BD61596-6C12-48E6-86F8-0251DF4479D8}">
      <dgm:prSet/>
      <dgm:spPr/>
      <dgm:t>
        <a:bodyPr/>
        <a:lstStyle/>
        <a:p>
          <a:endParaRPr lang="en-US"/>
        </a:p>
      </dgm:t>
    </dgm:pt>
    <dgm:pt modelId="{AE837F1D-0108-4DC8-8829-0AB3F64DE9A1}" type="sibTrans" cxnId="{2BD61596-6C12-48E6-86F8-0251DF4479D8}">
      <dgm:prSet/>
      <dgm:spPr/>
      <dgm:t>
        <a:bodyPr/>
        <a:lstStyle/>
        <a:p>
          <a:endParaRPr lang="en-US"/>
        </a:p>
      </dgm:t>
    </dgm:pt>
    <dgm:pt modelId="{8D666BD0-8430-4FD0-989E-B88661DBAFE5}">
      <dgm:prSet/>
      <dgm:spPr/>
      <dgm:t>
        <a:bodyPr/>
        <a:lstStyle/>
        <a:p>
          <a:r>
            <a:rPr lang="en-US"/>
            <a:t>"Gap between knowledge and application delays reporting"</a:t>
          </a:r>
        </a:p>
      </dgm:t>
    </dgm:pt>
    <dgm:pt modelId="{F6F1BD0C-6509-4E10-9C91-B20E624781C4}" type="parTrans" cxnId="{ABA46794-BD21-4705-B335-17C43D131009}">
      <dgm:prSet/>
      <dgm:spPr/>
      <dgm:t>
        <a:bodyPr/>
        <a:lstStyle/>
        <a:p>
          <a:endParaRPr lang="en-US"/>
        </a:p>
      </dgm:t>
    </dgm:pt>
    <dgm:pt modelId="{1C9A99B6-3586-4C89-8B39-0482144F3607}" type="sibTrans" cxnId="{ABA46794-BD21-4705-B335-17C43D131009}">
      <dgm:prSet/>
      <dgm:spPr/>
      <dgm:t>
        <a:bodyPr/>
        <a:lstStyle/>
        <a:p>
          <a:endParaRPr lang="en-US"/>
        </a:p>
      </dgm:t>
    </dgm:pt>
    <dgm:pt modelId="{6A33AC87-69A4-C142-8804-5E445400B425}" type="pres">
      <dgm:prSet presAssocID="{DB82F8A7-E662-43DC-BBA0-864718C11EF0}" presName="compositeShape" presStyleCnt="0">
        <dgm:presLayoutVars>
          <dgm:chMax val="7"/>
          <dgm:dir/>
          <dgm:resizeHandles val="exact"/>
        </dgm:presLayoutVars>
      </dgm:prSet>
      <dgm:spPr/>
    </dgm:pt>
    <dgm:pt modelId="{1CF54B2D-EC8A-7E48-9ABF-887CDB36A3FD}" type="pres">
      <dgm:prSet presAssocID="{DB82F8A7-E662-43DC-BBA0-864718C11EF0}" presName="wedge1" presStyleLbl="node1" presStyleIdx="0" presStyleCnt="4"/>
      <dgm:spPr/>
    </dgm:pt>
    <dgm:pt modelId="{AFD39318-3807-8C42-886A-B46BB01E10E8}" type="pres">
      <dgm:prSet presAssocID="{DB82F8A7-E662-43DC-BBA0-864718C11EF0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E20779D-EF0F-E146-B8F9-8C24EDCD1169}" type="pres">
      <dgm:prSet presAssocID="{DB82F8A7-E662-43DC-BBA0-864718C11EF0}" presName="wedge2" presStyleLbl="node1" presStyleIdx="1" presStyleCnt="4"/>
      <dgm:spPr/>
    </dgm:pt>
    <dgm:pt modelId="{8666711C-9E55-2A43-B5B1-5004D8A5F313}" type="pres">
      <dgm:prSet presAssocID="{DB82F8A7-E662-43DC-BBA0-864718C11EF0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17B3CE9-1E9A-744A-9B9F-08058BC70965}" type="pres">
      <dgm:prSet presAssocID="{DB82F8A7-E662-43DC-BBA0-864718C11EF0}" presName="wedge3" presStyleLbl="node1" presStyleIdx="2" presStyleCnt="4"/>
      <dgm:spPr/>
    </dgm:pt>
    <dgm:pt modelId="{2B01C7EE-704E-EA49-953A-ED49FFD92EC2}" type="pres">
      <dgm:prSet presAssocID="{DB82F8A7-E662-43DC-BBA0-864718C11EF0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402ECA-66B2-2C4F-BCBF-96DD5D542D94}" type="pres">
      <dgm:prSet presAssocID="{DB82F8A7-E662-43DC-BBA0-864718C11EF0}" presName="wedge4" presStyleLbl="node1" presStyleIdx="3" presStyleCnt="4"/>
      <dgm:spPr/>
    </dgm:pt>
    <dgm:pt modelId="{FEA8E637-2D2F-5D4A-AC4E-ACAFA97CC48A}" type="pres">
      <dgm:prSet presAssocID="{DB82F8A7-E662-43DC-BBA0-864718C11EF0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47EA114-2D5B-364C-9259-A6FF1795928D}" type="presOf" srcId="{48DFDD94-C7FB-463C-A67B-73C4F2928D74}" destId="{AFD39318-3807-8C42-886A-B46BB01E10E8}" srcOrd="1" destOrd="0" presId="urn:microsoft.com/office/officeart/2005/8/layout/chart3"/>
    <dgm:cxn modelId="{5EC28C1E-A2D8-5243-B754-0E25CB5E40B6}" type="presOf" srcId="{6B972A97-F846-401E-A33F-5E5D37A30BAE}" destId="{517B3CE9-1E9A-744A-9B9F-08058BC70965}" srcOrd="0" destOrd="0" presId="urn:microsoft.com/office/officeart/2005/8/layout/chart3"/>
    <dgm:cxn modelId="{2852204A-D2ED-0441-BE08-B70D2BF3495E}" type="presOf" srcId="{BD2340FA-24DD-4D36-9A39-3DBA2F4133E4}" destId="{8666711C-9E55-2A43-B5B1-5004D8A5F313}" srcOrd="1" destOrd="0" presId="urn:microsoft.com/office/officeart/2005/8/layout/chart3"/>
    <dgm:cxn modelId="{F67A3B66-17FB-4D8B-A0FA-9C2B2E4978E8}" srcId="{DB82F8A7-E662-43DC-BBA0-864718C11EF0}" destId="{BD2340FA-24DD-4D36-9A39-3DBA2F4133E4}" srcOrd="1" destOrd="0" parTransId="{C6AF7E99-314A-4010-8C34-5642481BE273}" sibTransId="{DBF0E386-312C-4AC9-97BF-8D86724C2B8D}"/>
    <dgm:cxn modelId="{399A1688-6407-4345-8F41-356C549AAEEC}" type="presOf" srcId="{8D666BD0-8430-4FD0-989E-B88661DBAFE5}" destId="{1F402ECA-66B2-2C4F-BCBF-96DD5D542D94}" srcOrd="0" destOrd="0" presId="urn:microsoft.com/office/officeart/2005/8/layout/chart3"/>
    <dgm:cxn modelId="{ABA46794-BD21-4705-B335-17C43D131009}" srcId="{DB82F8A7-E662-43DC-BBA0-864718C11EF0}" destId="{8D666BD0-8430-4FD0-989E-B88661DBAFE5}" srcOrd="3" destOrd="0" parTransId="{F6F1BD0C-6509-4E10-9C91-B20E624781C4}" sibTransId="{1C9A99B6-3586-4C89-8B39-0482144F3607}"/>
    <dgm:cxn modelId="{2BD61596-6C12-48E6-86F8-0251DF4479D8}" srcId="{DB82F8A7-E662-43DC-BBA0-864718C11EF0}" destId="{6B972A97-F846-401E-A33F-5E5D37A30BAE}" srcOrd="2" destOrd="0" parTransId="{F14D818D-76B6-475D-A3AA-DAC84243B03F}" sibTransId="{AE837F1D-0108-4DC8-8829-0AB3F64DE9A1}"/>
    <dgm:cxn modelId="{55BF78A3-0A01-104A-A380-A0B2C06D4F52}" type="presOf" srcId="{BD2340FA-24DD-4D36-9A39-3DBA2F4133E4}" destId="{3E20779D-EF0F-E146-B8F9-8C24EDCD1169}" srcOrd="0" destOrd="0" presId="urn:microsoft.com/office/officeart/2005/8/layout/chart3"/>
    <dgm:cxn modelId="{ECB156C7-0470-8742-8083-BDA9F0400FF7}" type="presOf" srcId="{DB82F8A7-E662-43DC-BBA0-864718C11EF0}" destId="{6A33AC87-69A4-C142-8804-5E445400B425}" srcOrd="0" destOrd="0" presId="urn:microsoft.com/office/officeart/2005/8/layout/chart3"/>
    <dgm:cxn modelId="{A8EB61C8-3F05-9349-910C-67D15A843146}" type="presOf" srcId="{8D666BD0-8430-4FD0-989E-B88661DBAFE5}" destId="{FEA8E637-2D2F-5D4A-AC4E-ACAFA97CC48A}" srcOrd="1" destOrd="0" presId="urn:microsoft.com/office/officeart/2005/8/layout/chart3"/>
    <dgm:cxn modelId="{61DF66CF-5ABF-46EF-B9F9-DF08C2B961EF}" srcId="{DB82F8A7-E662-43DC-BBA0-864718C11EF0}" destId="{48DFDD94-C7FB-463C-A67B-73C4F2928D74}" srcOrd="0" destOrd="0" parTransId="{12703838-EF11-495E-B045-8727CE82EDE2}" sibTransId="{94543FAD-3337-48BC-B04B-837F0F7661E4}"/>
    <dgm:cxn modelId="{0A464ADB-E9FB-FF45-BA81-BF03EE4A8556}" type="presOf" srcId="{6B972A97-F846-401E-A33F-5E5D37A30BAE}" destId="{2B01C7EE-704E-EA49-953A-ED49FFD92EC2}" srcOrd="1" destOrd="0" presId="urn:microsoft.com/office/officeart/2005/8/layout/chart3"/>
    <dgm:cxn modelId="{FEC565E3-E05A-CA46-B776-97E2102F5445}" type="presOf" srcId="{48DFDD94-C7FB-463C-A67B-73C4F2928D74}" destId="{1CF54B2D-EC8A-7E48-9ABF-887CDB36A3FD}" srcOrd="0" destOrd="0" presId="urn:microsoft.com/office/officeart/2005/8/layout/chart3"/>
    <dgm:cxn modelId="{AC37F84A-A5B5-D442-84A5-91290D34E39D}" type="presParOf" srcId="{6A33AC87-69A4-C142-8804-5E445400B425}" destId="{1CF54B2D-EC8A-7E48-9ABF-887CDB36A3FD}" srcOrd="0" destOrd="0" presId="urn:microsoft.com/office/officeart/2005/8/layout/chart3"/>
    <dgm:cxn modelId="{33092A4A-C0DD-D34F-A04D-42BD4C699072}" type="presParOf" srcId="{6A33AC87-69A4-C142-8804-5E445400B425}" destId="{AFD39318-3807-8C42-886A-B46BB01E10E8}" srcOrd="1" destOrd="0" presId="urn:microsoft.com/office/officeart/2005/8/layout/chart3"/>
    <dgm:cxn modelId="{25C3F912-BA95-FA4A-B3F8-38BF79BBAA45}" type="presParOf" srcId="{6A33AC87-69A4-C142-8804-5E445400B425}" destId="{3E20779D-EF0F-E146-B8F9-8C24EDCD1169}" srcOrd="2" destOrd="0" presId="urn:microsoft.com/office/officeart/2005/8/layout/chart3"/>
    <dgm:cxn modelId="{F61C72AE-437A-1C4B-8034-3E2392E1C945}" type="presParOf" srcId="{6A33AC87-69A4-C142-8804-5E445400B425}" destId="{8666711C-9E55-2A43-B5B1-5004D8A5F313}" srcOrd="3" destOrd="0" presId="urn:microsoft.com/office/officeart/2005/8/layout/chart3"/>
    <dgm:cxn modelId="{B0A5F2C8-5B33-7440-904C-EC80A043F048}" type="presParOf" srcId="{6A33AC87-69A4-C142-8804-5E445400B425}" destId="{517B3CE9-1E9A-744A-9B9F-08058BC70965}" srcOrd="4" destOrd="0" presId="urn:microsoft.com/office/officeart/2005/8/layout/chart3"/>
    <dgm:cxn modelId="{8CC51BCF-3525-2645-AE56-B4E363353859}" type="presParOf" srcId="{6A33AC87-69A4-C142-8804-5E445400B425}" destId="{2B01C7EE-704E-EA49-953A-ED49FFD92EC2}" srcOrd="5" destOrd="0" presId="urn:microsoft.com/office/officeart/2005/8/layout/chart3"/>
    <dgm:cxn modelId="{8B61D76D-30D4-5B47-877E-4D3ED6618918}" type="presParOf" srcId="{6A33AC87-69A4-C142-8804-5E445400B425}" destId="{1F402ECA-66B2-2C4F-BCBF-96DD5D542D94}" srcOrd="6" destOrd="0" presId="urn:microsoft.com/office/officeart/2005/8/layout/chart3"/>
    <dgm:cxn modelId="{9914320C-7195-104B-8482-4A35C4CB4010}" type="presParOf" srcId="{6A33AC87-69A4-C142-8804-5E445400B425}" destId="{FEA8E637-2D2F-5D4A-AC4E-ACAFA97CC48A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487E09-B643-4697-9A56-0B1D3F464C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1739F4-9D4E-4109-AF39-30AA7758218A}">
      <dgm:prSet/>
      <dgm:spPr/>
      <dgm:t>
        <a:bodyPr/>
        <a:lstStyle/>
        <a:p>
          <a:r>
            <a:rPr lang="en-US"/>
            <a:t>• Fear of blame reduces disclosure</a:t>
          </a:r>
          <a:br>
            <a:rPr lang="en-US"/>
          </a:br>
          <a:endParaRPr lang="en-US"/>
        </a:p>
      </dgm:t>
    </dgm:pt>
    <dgm:pt modelId="{99E051C5-2A00-4D46-95E9-E8BC7465707E}" type="parTrans" cxnId="{62840452-FC67-4651-9D88-CC29BDB76A72}">
      <dgm:prSet/>
      <dgm:spPr/>
      <dgm:t>
        <a:bodyPr/>
        <a:lstStyle/>
        <a:p>
          <a:endParaRPr lang="en-US"/>
        </a:p>
      </dgm:t>
    </dgm:pt>
    <dgm:pt modelId="{52447752-24CF-4E98-8DE1-141FAC280552}" type="sibTrans" cxnId="{62840452-FC67-4651-9D88-CC29BDB76A72}">
      <dgm:prSet/>
      <dgm:spPr/>
      <dgm:t>
        <a:bodyPr/>
        <a:lstStyle/>
        <a:p>
          <a:endParaRPr lang="en-US"/>
        </a:p>
      </dgm:t>
    </dgm:pt>
    <dgm:pt modelId="{7BA6DD14-4544-4E0B-B037-0F207B77D693}">
      <dgm:prSet/>
      <dgm:spPr/>
      <dgm:t>
        <a:bodyPr/>
        <a:lstStyle/>
        <a:p>
          <a:r>
            <a:rPr lang="en-US"/>
            <a:t>• Punitive responses create silence</a:t>
          </a:r>
          <a:br>
            <a:rPr lang="en-US"/>
          </a:br>
          <a:endParaRPr lang="en-US"/>
        </a:p>
      </dgm:t>
    </dgm:pt>
    <dgm:pt modelId="{B2BA715A-B3D7-445F-A33C-C8B85651E934}" type="parTrans" cxnId="{F465EC01-2EA6-42CE-8126-AA9BF0B4A251}">
      <dgm:prSet/>
      <dgm:spPr/>
      <dgm:t>
        <a:bodyPr/>
        <a:lstStyle/>
        <a:p>
          <a:endParaRPr lang="en-US"/>
        </a:p>
      </dgm:t>
    </dgm:pt>
    <dgm:pt modelId="{817D7250-E376-4786-9A51-1EBFD45570C4}" type="sibTrans" cxnId="{F465EC01-2EA6-42CE-8126-AA9BF0B4A251}">
      <dgm:prSet/>
      <dgm:spPr/>
      <dgm:t>
        <a:bodyPr/>
        <a:lstStyle/>
        <a:p>
          <a:endParaRPr lang="en-US"/>
        </a:p>
      </dgm:t>
    </dgm:pt>
    <dgm:pt modelId="{EA54750B-F30E-4CB0-950D-FB4E9E48753D}">
      <dgm:prSet/>
      <dgm:spPr/>
      <dgm:t>
        <a:bodyPr/>
        <a:lstStyle/>
        <a:p>
          <a:r>
            <a:rPr lang="en-US"/>
            <a:t>• No harm mindset ignores risky behavior</a:t>
          </a:r>
          <a:br>
            <a:rPr lang="en-US"/>
          </a:br>
          <a:endParaRPr lang="en-US"/>
        </a:p>
      </dgm:t>
    </dgm:pt>
    <dgm:pt modelId="{4FF1DFC9-0F41-4FCB-ABB4-93AAC4B09317}" type="parTrans" cxnId="{E0BCA088-F41C-497B-BB86-638C00FA4B58}">
      <dgm:prSet/>
      <dgm:spPr/>
      <dgm:t>
        <a:bodyPr/>
        <a:lstStyle/>
        <a:p>
          <a:endParaRPr lang="en-US"/>
        </a:p>
      </dgm:t>
    </dgm:pt>
    <dgm:pt modelId="{B142A33A-15C6-48DE-A31E-75048C26FE16}" type="sibTrans" cxnId="{E0BCA088-F41C-497B-BB86-638C00FA4B58}">
      <dgm:prSet/>
      <dgm:spPr/>
      <dgm:t>
        <a:bodyPr/>
        <a:lstStyle/>
        <a:p>
          <a:endParaRPr lang="en-US"/>
        </a:p>
      </dgm:t>
    </dgm:pt>
    <dgm:pt modelId="{049A07EC-7158-4F96-B19F-C84764A1CAD8}">
      <dgm:prSet/>
      <dgm:spPr/>
      <dgm:t>
        <a:bodyPr/>
        <a:lstStyle/>
        <a:p>
          <a:r>
            <a:rPr lang="en-US"/>
            <a:t>• Learning stops when staff stay silent</a:t>
          </a:r>
        </a:p>
      </dgm:t>
    </dgm:pt>
    <dgm:pt modelId="{393EBBEA-5222-4DFD-B184-C2188DB1CE92}" type="parTrans" cxnId="{DE47C367-F51A-49B7-AC9C-4A28EA7DBC6F}">
      <dgm:prSet/>
      <dgm:spPr/>
      <dgm:t>
        <a:bodyPr/>
        <a:lstStyle/>
        <a:p>
          <a:endParaRPr lang="en-US"/>
        </a:p>
      </dgm:t>
    </dgm:pt>
    <dgm:pt modelId="{4082DA44-5703-49B1-BE7A-ACA4BFA9C050}" type="sibTrans" cxnId="{DE47C367-F51A-49B7-AC9C-4A28EA7DBC6F}">
      <dgm:prSet/>
      <dgm:spPr/>
      <dgm:t>
        <a:bodyPr/>
        <a:lstStyle/>
        <a:p>
          <a:endParaRPr lang="en-US"/>
        </a:p>
      </dgm:t>
    </dgm:pt>
    <dgm:pt modelId="{6F673F8C-0DA0-469E-9709-411A6A848461}" type="pres">
      <dgm:prSet presAssocID="{64487E09-B643-4697-9A56-0B1D3F464C36}" presName="root" presStyleCnt="0">
        <dgm:presLayoutVars>
          <dgm:dir/>
          <dgm:resizeHandles val="exact"/>
        </dgm:presLayoutVars>
      </dgm:prSet>
      <dgm:spPr/>
    </dgm:pt>
    <dgm:pt modelId="{941D492B-C7C2-4540-BFD3-BF6F004CEEC7}" type="pres">
      <dgm:prSet presAssocID="{651739F4-9D4E-4109-AF39-30AA7758218A}" presName="compNode" presStyleCnt="0"/>
      <dgm:spPr/>
    </dgm:pt>
    <dgm:pt modelId="{667A0E9A-359E-4342-8230-85BA2CB59872}" type="pres">
      <dgm:prSet presAssocID="{651739F4-9D4E-4109-AF39-30AA7758218A}" presName="bgRect" presStyleLbl="bgShp" presStyleIdx="0" presStyleCnt="4"/>
      <dgm:spPr/>
    </dgm:pt>
    <dgm:pt modelId="{BC1E78B8-8D7E-4BA7-BEAB-238142298F59}" type="pres">
      <dgm:prSet presAssocID="{651739F4-9D4E-4109-AF39-30AA775821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B9E825AF-AA03-4AC8-8204-23F5A14F059C}" type="pres">
      <dgm:prSet presAssocID="{651739F4-9D4E-4109-AF39-30AA7758218A}" presName="spaceRect" presStyleCnt="0"/>
      <dgm:spPr/>
    </dgm:pt>
    <dgm:pt modelId="{B96DF6C6-ACFC-4360-AD30-46094C9E4F05}" type="pres">
      <dgm:prSet presAssocID="{651739F4-9D4E-4109-AF39-30AA7758218A}" presName="parTx" presStyleLbl="revTx" presStyleIdx="0" presStyleCnt="4">
        <dgm:presLayoutVars>
          <dgm:chMax val="0"/>
          <dgm:chPref val="0"/>
        </dgm:presLayoutVars>
      </dgm:prSet>
      <dgm:spPr/>
    </dgm:pt>
    <dgm:pt modelId="{07478898-AF4F-490D-9630-325616D948E7}" type="pres">
      <dgm:prSet presAssocID="{52447752-24CF-4E98-8DE1-141FAC280552}" presName="sibTrans" presStyleCnt="0"/>
      <dgm:spPr/>
    </dgm:pt>
    <dgm:pt modelId="{7A7CDB7E-BFD0-47D9-A2B0-0BE1208E8200}" type="pres">
      <dgm:prSet presAssocID="{7BA6DD14-4544-4E0B-B037-0F207B77D693}" presName="compNode" presStyleCnt="0"/>
      <dgm:spPr/>
    </dgm:pt>
    <dgm:pt modelId="{CCF9621A-4EA8-4F47-89A0-9B34C37FCCB1}" type="pres">
      <dgm:prSet presAssocID="{7BA6DD14-4544-4E0B-B037-0F207B77D693}" presName="bgRect" presStyleLbl="bgShp" presStyleIdx="1" presStyleCnt="4"/>
      <dgm:spPr/>
    </dgm:pt>
    <dgm:pt modelId="{653EB541-CE6D-436C-BA34-75E68F8581FE}" type="pres">
      <dgm:prSet presAssocID="{7BA6DD14-4544-4E0B-B037-0F207B77D69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71F04D4-4548-4244-8097-A4C38667A6A9}" type="pres">
      <dgm:prSet presAssocID="{7BA6DD14-4544-4E0B-B037-0F207B77D693}" presName="spaceRect" presStyleCnt="0"/>
      <dgm:spPr/>
    </dgm:pt>
    <dgm:pt modelId="{E6487675-9947-4EEC-B7F3-0B4B0F030A0B}" type="pres">
      <dgm:prSet presAssocID="{7BA6DD14-4544-4E0B-B037-0F207B77D693}" presName="parTx" presStyleLbl="revTx" presStyleIdx="1" presStyleCnt="4">
        <dgm:presLayoutVars>
          <dgm:chMax val="0"/>
          <dgm:chPref val="0"/>
        </dgm:presLayoutVars>
      </dgm:prSet>
      <dgm:spPr/>
    </dgm:pt>
    <dgm:pt modelId="{E9C3D0B6-847C-4B11-A9AD-E0E2F333207C}" type="pres">
      <dgm:prSet presAssocID="{817D7250-E376-4786-9A51-1EBFD45570C4}" presName="sibTrans" presStyleCnt="0"/>
      <dgm:spPr/>
    </dgm:pt>
    <dgm:pt modelId="{2D0A7FA0-E02F-4380-80BF-5B11E4811CC6}" type="pres">
      <dgm:prSet presAssocID="{EA54750B-F30E-4CB0-950D-FB4E9E48753D}" presName="compNode" presStyleCnt="0"/>
      <dgm:spPr/>
    </dgm:pt>
    <dgm:pt modelId="{EFB85BD8-B19B-4042-812F-C40509B2DC97}" type="pres">
      <dgm:prSet presAssocID="{EA54750B-F30E-4CB0-950D-FB4E9E48753D}" presName="bgRect" presStyleLbl="bgShp" presStyleIdx="2" presStyleCnt="4"/>
      <dgm:spPr/>
    </dgm:pt>
    <dgm:pt modelId="{0B03C118-85D3-400A-9C5A-A61B51185FC6}" type="pres">
      <dgm:prSet presAssocID="{EA54750B-F30E-4CB0-950D-FB4E9E4875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75C4F8-629B-473E-9D96-C0B88BFB741D}" type="pres">
      <dgm:prSet presAssocID="{EA54750B-F30E-4CB0-950D-FB4E9E48753D}" presName="spaceRect" presStyleCnt="0"/>
      <dgm:spPr/>
    </dgm:pt>
    <dgm:pt modelId="{1750A9CB-5BCC-4855-883E-898C4A20B881}" type="pres">
      <dgm:prSet presAssocID="{EA54750B-F30E-4CB0-950D-FB4E9E48753D}" presName="parTx" presStyleLbl="revTx" presStyleIdx="2" presStyleCnt="4">
        <dgm:presLayoutVars>
          <dgm:chMax val="0"/>
          <dgm:chPref val="0"/>
        </dgm:presLayoutVars>
      </dgm:prSet>
      <dgm:spPr/>
    </dgm:pt>
    <dgm:pt modelId="{D1302F59-7194-4139-B2CA-6867B97F42DE}" type="pres">
      <dgm:prSet presAssocID="{B142A33A-15C6-48DE-A31E-75048C26FE16}" presName="sibTrans" presStyleCnt="0"/>
      <dgm:spPr/>
    </dgm:pt>
    <dgm:pt modelId="{7D44E0BC-1B41-48AF-989C-3FA111EED877}" type="pres">
      <dgm:prSet presAssocID="{049A07EC-7158-4F96-B19F-C84764A1CAD8}" presName="compNode" presStyleCnt="0"/>
      <dgm:spPr/>
    </dgm:pt>
    <dgm:pt modelId="{5551FE07-B948-427A-9E30-CC43FE2209C7}" type="pres">
      <dgm:prSet presAssocID="{049A07EC-7158-4F96-B19F-C84764A1CAD8}" presName="bgRect" presStyleLbl="bgShp" presStyleIdx="3" presStyleCnt="4"/>
      <dgm:spPr/>
    </dgm:pt>
    <dgm:pt modelId="{DCCC05E8-BD60-4BD9-AE1B-B998639EF3C7}" type="pres">
      <dgm:prSet presAssocID="{049A07EC-7158-4F96-B19F-C84764A1CAD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D5301F1-C737-48C3-BB3A-900E21D914CD}" type="pres">
      <dgm:prSet presAssocID="{049A07EC-7158-4F96-B19F-C84764A1CAD8}" presName="spaceRect" presStyleCnt="0"/>
      <dgm:spPr/>
    </dgm:pt>
    <dgm:pt modelId="{D7F3328F-E789-410C-A49F-B1CD62112114}" type="pres">
      <dgm:prSet presAssocID="{049A07EC-7158-4F96-B19F-C84764A1CAD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65EC01-2EA6-42CE-8126-AA9BF0B4A251}" srcId="{64487E09-B643-4697-9A56-0B1D3F464C36}" destId="{7BA6DD14-4544-4E0B-B037-0F207B77D693}" srcOrd="1" destOrd="0" parTransId="{B2BA715A-B3D7-445F-A33C-C8B85651E934}" sibTransId="{817D7250-E376-4786-9A51-1EBFD45570C4}"/>
    <dgm:cxn modelId="{85C3E930-A162-480D-83BD-F8C5AEAC2E3D}" type="presOf" srcId="{7BA6DD14-4544-4E0B-B037-0F207B77D693}" destId="{E6487675-9947-4EEC-B7F3-0B4B0F030A0B}" srcOrd="0" destOrd="0" presId="urn:microsoft.com/office/officeart/2018/2/layout/IconVerticalSolidList"/>
    <dgm:cxn modelId="{ED5AE63A-F234-4F77-B512-AA1952C1B815}" type="presOf" srcId="{049A07EC-7158-4F96-B19F-C84764A1CAD8}" destId="{D7F3328F-E789-410C-A49F-B1CD62112114}" srcOrd="0" destOrd="0" presId="urn:microsoft.com/office/officeart/2018/2/layout/IconVerticalSolidList"/>
    <dgm:cxn modelId="{62840452-FC67-4651-9D88-CC29BDB76A72}" srcId="{64487E09-B643-4697-9A56-0B1D3F464C36}" destId="{651739F4-9D4E-4109-AF39-30AA7758218A}" srcOrd="0" destOrd="0" parTransId="{99E051C5-2A00-4D46-95E9-E8BC7465707E}" sibTransId="{52447752-24CF-4E98-8DE1-141FAC280552}"/>
    <dgm:cxn modelId="{DE47C367-F51A-49B7-AC9C-4A28EA7DBC6F}" srcId="{64487E09-B643-4697-9A56-0B1D3F464C36}" destId="{049A07EC-7158-4F96-B19F-C84764A1CAD8}" srcOrd="3" destOrd="0" parTransId="{393EBBEA-5222-4DFD-B184-C2188DB1CE92}" sibTransId="{4082DA44-5703-49B1-BE7A-ACA4BFA9C050}"/>
    <dgm:cxn modelId="{E0BCA088-F41C-497B-BB86-638C00FA4B58}" srcId="{64487E09-B643-4697-9A56-0B1D3F464C36}" destId="{EA54750B-F30E-4CB0-950D-FB4E9E48753D}" srcOrd="2" destOrd="0" parTransId="{4FF1DFC9-0F41-4FCB-ABB4-93AAC4B09317}" sibTransId="{B142A33A-15C6-48DE-A31E-75048C26FE16}"/>
    <dgm:cxn modelId="{45F194A4-A0FA-43B2-82BF-79F61AC85E19}" type="presOf" srcId="{64487E09-B643-4697-9A56-0B1D3F464C36}" destId="{6F673F8C-0DA0-469E-9709-411A6A848461}" srcOrd="0" destOrd="0" presId="urn:microsoft.com/office/officeart/2018/2/layout/IconVerticalSolidList"/>
    <dgm:cxn modelId="{E2E383A9-404B-4199-B77C-1997D6FCFA88}" type="presOf" srcId="{651739F4-9D4E-4109-AF39-30AA7758218A}" destId="{B96DF6C6-ACFC-4360-AD30-46094C9E4F05}" srcOrd="0" destOrd="0" presId="urn:microsoft.com/office/officeart/2018/2/layout/IconVerticalSolidList"/>
    <dgm:cxn modelId="{981367F0-1727-498A-A6EE-434B2B8E4C46}" type="presOf" srcId="{EA54750B-F30E-4CB0-950D-FB4E9E48753D}" destId="{1750A9CB-5BCC-4855-883E-898C4A20B881}" srcOrd="0" destOrd="0" presId="urn:microsoft.com/office/officeart/2018/2/layout/IconVerticalSolidList"/>
    <dgm:cxn modelId="{31BDFF83-E3A8-48BC-86DD-1501651C5DA1}" type="presParOf" srcId="{6F673F8C-0DA0-469E-9709-411A6A848461}" destId="{941D492B-C7C2-4540-BFD3-BF6F004CEEC7}" srcOrd="0" destOrd="0" presId="urn:microsoft.com/office/officeart/2018/2/layout/IconVerticalSolidList"/>
    <dgm:cxn modelId="{FBE4BBE0-E212-41E3-A462-30868DE1444B}" type="presParOf" srcId="{941D492B-C7C2-4540-BFD3-BF6F004CEEC7}" destId="{667A0E9A-359E-4342-8230-85BA2CB59872}" srcOrd="0" destOrd="0" presId="urn:microsoft.com/office/officeart/2018/2/layout/IconVerticalSolidList"/>
    <dgm:cxn modelId="{64BDE9D7-4D94-4A5F-86FA-A07E99FC76CC}" type="presParOf" srcId="{941D492B-C7C2-4540-BFD3-BF6F004CEEC7}" destId="{BC1E78B8-8D7E-4BA7-BEAB-238142298F59}" srcOrd="1" destOrd="0" presId="urn:microsoft.com/office/officeart/2018/2/layout/IconVerticalSolidList"/>
    <dgm:cxn modelId="{9A06C783-8C85-4EE7-B0A9-301F979E25AD}" type="presParOf" srcId="{941D492B-C7C2-4540-BFD3-BF6F004CEEC7}" destId="{B9E825AF-AA03-4AC8-8204-23F5A14F059C}" srcOrd="2" destOrd="0" presId="urn:microsoft.com/office/officeart/2018/2/layout/IconVerticalSolidList"/>
    <dgm:cxn modelId="{22878BBE-C3BB-4368-9DE9-9DDACF088196}" type="presParOf" srcId="{941D492B-C7C2-4540-BFD3-BF6F004CEEC7}" destId="{B96DF6C6-ACFC-4360-AD30-46094C9E4F05}" srcOrd="3" destOrd="0" presId="urn:microsoft.com/office/officeart/2018/2/layout/IconVerticalSolidList"/>
    <dgm:cxn modelId="{50448EAE-4A35-43AD-B583-1D58BC7EA924}" type="presParOf" srcId="{6F673F8C-0DA0-469E-9709-411A6A848461}" destId="{07478898-AF4F-490D-9630-325616D948E7}" srcOrd="1" destOrd="0" presId="urn:microsoft.com/office/officeart/2018/2/layout/IconVerticalSolidList"/>
    <dgm:cxn modelId="{C683F1A2-DB2E-4424-B9DF-7CE2DF3A8E01}" type="presParOf" srcId="{6F673F8C-0DA0-469E-9709-411A6A848461}" destId="{7A7CDB7E-BFD0-47D9-A2B0-0BE1208E8200}" srcOrd="2" destOrd="0" presId="urn:microsoft.com/office/officeart/2018/2/layout/IconVerticalSolidList"/>
    <dgm:cxn modelId="{8AB84CD2-4DA3-42B7-9A87-1C0F37E7B177}" type="presParOf" srcId="{7A7CDB7E-BFD0-47D9-A2B0-0BE1208E8200}" destId="{CCF9621A-4EA8-4F47-89A0-9B34C37FCCB1}" srcOrd="0" destOrd="0" presId="urn:microsoft.com/office/officeart/2018/2/layout/IconVerticalSolidList"/>
    <dgm:cxn modelId="{B1A1F4FB-5948-48A2-A746-CC99CA0DD048}" type="presParOf" srcId="{7A7CDB7E-BFD0-47D9-A2B0-0BE1208E8200}" destId="{653EB541-CE6D-436C-BA34-75E68F8581FE}" srcOrd="1" destOrd="0" presId="urn:microsoft.com/office/officeart/2018/2/layout/IconVerticalSolidList"/>
    <dgm:cxn modelId="{2EDA73DD-AB7E-4F3C-B4C3-E973D0CED950}" type="presParOf" srcId="{7A7CDB7E-BFD0-47D9-A2B0-0BE1208E8200}" destId="{E71F04D4-4548-4244-8097-A4C38667A6A9}" srcOrd="2" destOrd="0" presId="urn:microsoft.com/office/officeart/2018/2/layout/IconVerticalSolidList"/>
    <dgm:cxn modelId="{8E1206DC-14AE-42CD-A24A-699041DB90D0}" type="presParOf" srcId="{7A7CDB7E-BFD0-47D9-A2B0-0BE1208E8200}" destId="{E6487675-9947-4EEC-B7F3-0B4B0F030A0B}" srcOrd="3" destOrd="0" presId="urn:microsoft.com/office/officeart/2018/2/layout/IconVerticalSolidList"/>
    <dgm:cxn modelId="{D3A08C4F-3BD5-4EF8-923A-F54E8B72A826}" type="presParOf" srcId="{6F673F8C-0DA0-469E-9709-411A6A848461}" destId="{E9C3D0B6-847C-4B11-A9AD-E0E2F333207C}" srcOrd="3" destOrd="0" presId="urn:microsoft.com/office/officeart/2018/2/layout/IconVerticalSolidList"/>
    <dgm:cxn modelId="{E562277E-03F9-42C9-ACF3-9C6A52800E04}" type="presParOf" srcId="{6F673F8C-0DA0-469E-9709-411A6A848461}" destId="{2D0A7FA0-E02F-4380-80BF-5B11E4811CC6}" srcOrd="4" destOrd="0" presId="urn:microsoft.com/office/officeart/2018/2/layout/IconVerticalSolidList"/>
    <dgm:cxn modelId="{49EEC1CE-9D7C-4D81-AC0F-1ADB89574C72}" type="presParOf" srcId="{2D0A7FA0-E02F-4380-80BF-5B11E4811CC6}" destId="{EFB85BD8-B19B-4042-812F-C40509B2DC97}" srcOrd="0" destOrd="0" presId="urn:microsoft.com/office/officeart/2018/2/layout/IconVerticalSolidList"/>
    <dgm:cxn modelId="{9AFED589-CA2F-4243-88EF-F5F6ABE9F0BA}" type="presParOf" srcId="{2D0A7FA0-E02F-4380-80BF-5B11E4811CC6}" destId="{0B03C118-85D3-400A-9C5A-A61B51185FC6}" srcOrd="1" destOrd="0" presId="urn:microsoft.com/office/officeart/2018/2/layout/IconVerticalSolidList"/>
    <dgm:cxn modelId="{9533511D-EE0E-4E51-AE53-AEE694D9EEFC}" type="presParOf" srcId="{2D0A7FA0-E02F-4380-80BF-5B11E4811CC6}" destId="{6375C4F8-629B-473E-9D96-C0B88BFB741D}" srcOrd="2" destOrd="0" presId="urn:microsoft.com/office/officeart/2018/2/layout/IconVerticalSolidList"/>
    <dgm:cxn modelId="{AB629955-93E6-481E-BEED-09051305FD99}" type="presParOf" srcId="{2D0A7FA0-E02F-4380-80BF-5B11E4811CC6}" destId="{1750A9CB-5BCC-4855-883E-898C4A20B881}" srcOrd="3" destOrd="0" presId="urn:microsoft.com/office/officeart/2018/2/layout/IconVerticalSolidList"/>
    <dgm:cxn modelId="{CE9D055A-B6D8-4E34-B0E2-B83C8CFF339C}" type="presParOf" srcId="{6F673F8C-0DA0-469E-9709-411A6A848461}" destId="{D1302F59-7194-4139-B2CA-6867B97F42DE}" srcOrd="5" destOrd="0" presId="urn:microsoft.com/office/officeart/2018/2/layout/IconVerticalSolidList"/>
    <dgm:cxn modelId="{0F41C99B-EF28-45E0-A5D5-E5252BDE1028}" type="presParOf" srcId="{6F673F8C-0DA0-469E-9709-411A6A848461}" destId="{7D44E0BC-1B41-48AF-989C-3FA111EED877}" srcOrd="6" destOrd="0" presId="urn:microsoft.com/office/officeart/2018/2/layout/IconVerticalSolidList"/>
    <dgm:cxn modelId="{A6BE1769-BECA-4CEC-817C-EAC05AED5905}" type="presParOf" srcId="{7D44E0BC-1B41-48AF-989C-3FA111EED877}" destId="{5551FE07-B948-427A-9E30-CC43FE2209C7}" srcOrd="0" destOrd="0" presId="urn:microsoft.com/office/officeart/2018/2/layout/IconVerticalSolidList"/>
    <dgm:cxn modelId="{E24C0477-9734-4AC7-9335-C35CB5F07793}" type="presParOf" srcId="{7D44E0BC-1B41-48AF-989C-3FA111EED877}" destId="{DCCC05E8-BD60-4BD9-AE1B-B998639EF3C7}" srcOrd="1" destOrd="0" presId="urn:microsoft.com/office/officeart/2018/2/layout/IconVerticalSolidList"/>
    <dgm:cxn modelId="{A95812CA-AE85-4FDA-BFE5-BF1873537A9C}" type="presParOf" srcId="{7D44E0BC-1B41-48AF-989C-3FA111EED877}" destId="{2D5301F1-C737-48C3-BB3A-900E21D914CD}" srcOrd="2" destOrd="0" presId="urn:microsoft.com/office/officeart/2018/2/layout/IconVerticalSolidList"/>
    <dgm:cxn modelId="{5FD8C3C5-447D-4D37-9F45-2350A197866A}" type="presParOf" srcId="{7D44E0BC-1B41-48AF-989C-3FA111EED877}" destId="{D7F3328F-E789-410C-A49F-B1CD621121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9BE17F-7ABC-4AC9-B31E-D1A6D14DBEFA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DDF7EA-2074-4305-8ABE-C7EE1EC6AD7A}">
      <dgm:prSet/>
      <dgm:spPr/>
      <dgm:t>
        <a:bodyPr/>
        <a:lstStyle/>
        <a:p>
          <a:r>
            <a:rPr lang="en-US"/>
            <a:t>• Misjudging behaviors leads to unfair outcomes</a:t>
          </a:r>
          <a:br>
            <a:rPr lang="en-US"/>
          </a:br>
          <a:endParaRPr lang="en-US"/>
        </a:p>
      </dgm:t>
    </dgm:pt>
    <dgm:pt modelId="{AE8CFC28-F4FA-466F-B27D-F3A84167DFFE}" type="parTrans" cxnId="{46A8C829-A229-4AAC-A83E-21AE9E24CD43}">
      <dgm:prSet/>
      <dgm:spPr/>
      <dgm:t>
        <a:bodyPr/>
        <a:lstStyle/>
        <a:p>
          <a:endParaRPr lang="en-US"/>
        </a:p>
      </dgm:t>
    </dgm:pt>
    <dgm:pt modelId="{A1809CFE-37F2-4736-ADCF-470D39A86D00}" type="sibTrans" cxnId="{46A8C829-A229-4AAC-A83E-21AE9E24CD43}">
      <dgm:prSet/>
      <dgm:spPr/>
      <dgm:t>
        <a:bodyPr/>
        <a:lstStyle/>
        <a:p>
          <a:endParaRPr lang="en-US"/>
        </a:p>
      </dgm:t>
    </dgm:pt>
    <dgm:pt modelId="{57D87CE0-D17A-4ED2-9846-6A74397386FD}">
      <dgm:prSet/>
      <dgm:spPr/>
      <dgm:t>
        <a:bodyPr/>
        <a:lstStyle/>
        <a:p>
          <a:r>
            <a:rPr lang="en-US"/>
            <a:t>• Human error vs at-risk behavior vs reckless conduct</a:t>
          </a:r>
          <a:br>
            <a:rPr lang="en-US"/>
          </a:br>
          <a:endParaRPr lang="en-US"/>
        </a:p>
      </dgm:t>
    </dgm:pt>
    <dgm:pt modelId="{13D3B4F9-1BF5-4259-8CC8-7C3A15CDB516}" type="parTrans" cxnId="{92C01F69-4C81-4087-9E0A-4D085D2FD342}">
      <dgm:prSet/>
      <dgm:spPr/>
      <dgm:t>
        <a:bodyPr/>
        <a:lstStyle/>
        <a:p>
          <a:endParaRPr lang="en-US"/>
        </a:p>
      </dgm:t>
    </dgm:pt>
    <dgm:pt modelId="{E36694CA-075D-4F4A-AA8C-508456D98AC7}" type="sibTrans" cxnId="{92C01F69-4C81-4087-9E0A-4D085D2FD342}">
      <dgm:prSet/>
      <dgm:spPr/>
      <dgm:t>
        <a:bodyPr/>
        <a:lstStyle/>
        <a:p>
          <a:endParaRPr lang="en-US"/>
        </a:p>
      </dgm:t>
    </dgm:pt>
    <dgm:pt modelId="{1F9F5903-671D-4F2C-87D9-052114DDA3A8}">
      <dgm:prSet/>
      <dgm:spPr/>
      <dgm:t>
        <a:bodyPr/>
        <a:lstStyle/>
        <a:p>
          <a:r>
            <a:rPr lang="en-US"/>
            <a:t>• Inconsistency erodes credibility</a:t>
          </a:r>
          <a:br>
            <a:rPr lang="en-US"/>
          </a:br>
          <a:endParaRPr lang="en-US"/>
        </a:p>
      </dgm:t>
    </dgm:pt>
    <dgm:pt modelId="{AB02F927-20C5-43F7-BBC8-0F3C8BEFFA95}" type="parTrans" cxnId="{E5D9A407-5B08-461F-9526-0AC4A3CA86AE}">
      <dgm:prSet/>
      <dgm:spPr/>
      <dgm:t>
        <a:bodyPr/>
        <a:lstStyle/>
        <a:p>
          <a:endParaRPr lang="en-US"/>
        </a:p>
      </dgm:t>
    </dgm:pt>
    <dgm:pt modelId="{4E1B6DB5-4B92-48A4-AB3B-8B49C0FE2F23}" type="sibTrans" cxnId="{E5D9A407-5B08-461F-9526-0AC4A3CA86AE}">
      <dgm:prSet/>
      <dgm:spPr/>
      <dgm:t>
        <a:bodyPr/>
        <a:lstStyle/>
        <a:p>
          <a:endParaRPr lang="en-US"/>
        </a:p>
      </dgm:t>
    </dgm:pt>
    <dgm:pt modelId="{FF5B33E5-1079-497D-821F-3D9EEC6FD002}">
      <dgm:prSet/>
      <dgm:spPr/>
      <dgm:t>
        <a:bodyPr/>
        <a:lstStyle/>
        <a:p>
          <a:r>
            <a:rPr lang="en-US"/>
            <a:t>• Requires training and structured review</a:t>
          </a:r>
        </a:p>
      </dgm:t>
    </dgm:pt>
    <dgm:pt modelId="{A91EB3D8-AFE8-477B-BBC7-AC9617C07D09}" type="parTrans" cxnId="{B3972F61-35B0-418C-81BF-9C74B03980B0}">
      <dgm:prSet/>
      <dgm:spPr/>
      <dgm:t>
        <a:bodyPr/>
        <a:lstStyle/>
        <a:p>
          <a:endParaRPr lang="en-US"/>
        </a:p>
      </dgm:t>
    </dgm:pt>
    <dgm:pt modelId="{7618E7E5-723D-4072-AFC7-D16370A8B1FE}" type="sibTrans" cxnId="{B3972F61-35B0-418C-81BF-9C74B03980B0}">
      <dgm:prSet/>
      <dgm:spPr/>
      <dgm:t>
        <a:bodyPr/>
        <a:lstStyle/>
        <a:p>
          <a:endParaRPr lang="en-US"/>
        </a:p>
      </dgm:t>
    </dgm:pt>
    <dgm:pt modelId="{FC70312D-3755-7F45-9704-B60AA3CAAD4A}" type="pres">
      <dgm:prSet presAssocID="{119BE17F-7ABC-4AC9-B31E-D1A6D14DBEFA}" presName="outerComposite" presStyleCnt="0">
        <dgm:presLayoutVars>
          <dgm:chMax val="5"/>
          <dgm:dir/>
          <dgm:resizeHandles val="exact"/>
        </dgm:presLayoutVars>
      </dgm:prSet>
      <dgm:spPr/>
    </dgm:pt>
    <dgm:pt modelId="{34378CB0-5D4D-E643-A92A-196F666777CD}" type="pres">
      <dgm:prSet presAssocID="{119BE17F-7ABC-4AC9-B31E-D1A6D14DBEFA}" presName="dummyMaxCanvas" presStyleCnt="0">
        <dgm:presLayoutVars/>
      </dgm:prSet>
      <dgm:spPr/>
    </dgm:pt>
    <dgm:pt modelId="{FE2C0D67-66F0-3640-A072-D87BA32A9C8E}" type="pres">
      <dgm:prSet presAssocID="{119BE17F-7ABC-4AC9-B31E-D1A6D14DBEFA}" presName="FourNodes_1" presStyleLbl="node1" presStyleIdx="0" presStyleCnt="4">
        <dgm:presLayoutVars>
          <dgm:bulletEnabled val="1"/>
        </dgm:presLayoutVars>
      </dgm:prSet>
      <dgm:spPr/>
    </dgm:pt>
    <dgm:pt modelId="{DE06198B-C2DA-BA4A-8BF9-3D6A3367316F}" type="pres">
      <dgm:prSet presAssocID="{119BE17F-7ABC-4AC9-B31E-D1A6D14DBEFA}" presName="FourNodes_2" presStyleLbl="node1" presStyleIdx="1" presStyleCnt="4">
        <dgm:presLayoutVars>
          <dgm:bulletEnabled val="1"/>
        </dgm:presLayoutVars>
      </dgm:prSet>
      <dgm:spPr/>
    </dgm:pt>
    <dgm:pt modelId="{68EC5289-3E75-204A-A234-8906E23C7507}" type="pres">
      <dgm:prSet presAssocID="{119BE17F-7ABC-4AC9-B31E-D1A6D14DBEFA}" presName="FourNodes_3" presStyleLbl="node1" presStyleIdx="2" presStyleCnt="4">
        <dgm:presLayoutVars>
          <dgm:bulletEnabled val="1"/>
        </dgm:presLayoutVars>
      </dgm:prSet>
      <dgm:spPr/>
    </dgm:pt>
    <dgm:pt modelId="{8906ED83-D455-3B49-9B83-E8842757AE4A}" type="pres">
      <dgm:prSet presAssocID="{119BE17F-7ABC-4AC9-B31E-D1A6D14DBEFA}" presName="FourNodes_4" presStyleLbl="node1" presStyleIdx="3" presStyleCnt="4">
        <dgm:presLayoutVars>
          <dgm:bulletEnabled val="1"/>
        </dgm:presLayoutVars>
      </dgm:prSet>
      <dgm:spPr/>
    </dgm:pt>
    <dgm:pt modelId="{6F94A0D9-AC6A-FD4C-9373-7A967BC16AA1}" type="pres">
      <dgm:prSet presAssocID="{119BE17F-7ABC-4AC9-B31E-D1A6D14DBEFA}" presName="FourConn_1-2" presStyleLbl="fgAccFollowNode1" presStyleIdx="0" presStyleCnt="3">
        <dgm:presLayoutVars>
          <dgm:bulletEnabled val="1"/>
        </dgm:presLayoutVars>
      </dgm:prSet>
      <dgm:spPr/>
    </dgm:pt>
    <dgm:pt modelId="{56493C67-D117-A94D-9443-3BDF9CCF855F}" type="pres">
      <dgm:prSet presAssocID="{119BE17F-7ABC-4AC9-B31E-D1A6D14DBEFA}" presName="FourConn_2-3" presStyleLbl="fgAccFollowNode1" presStyleIdx="1" presStyleCnt="3">
        <dgm:presLayoutVars>
          <dgm:bulletEnabled val="1"/>
        </dgm:presLayoutVars>
      </dgm:prSet>
      <dgm:spPr/>
    </dgm:pt>
    <dgm:pt modelId="{6E49FD8A-06FC-4148-AE2E-E5DEF2D596A4}" type="pres">
      <dgm:prSet presAssocID="{119BE17F-7ABC-4AC9-B31E-D1A6D14DBEFA}" presName="FourConn_3-4" presStyleLbl="fgAccFollowNode1" presStyleIdx="2" presStyleCnt="3">
        <dgm:presLayoutVars>
          <dgm:bulletEnabled val="1"/>
        </dgm:presLayoutVars>
      </dgm:prSet>
      <dgm:spPr/>
    </dgm:pt>
    <dgm:pt modelId="{72CC455E-86D8-834D-8DB5-8317833B694D}" type="pres">
      <dgm:prSet presAssocID="{119BE17F-7ABC-4AC9-B31E-D1A6D14DBEFA}" presName="FourNodes_1_text" presStyleLbl="node1" presStyleIdx="3" presStyleCnt="4">
        <dgm:presLayoutVars>
          <dgm:bulletEnabled val="1"/>
        </dgm:presLayoutVars>
      </dgm:prSet>
      <dgm:spPr/>
    </dgm:pt>
    <dgm:pt modelId="{28DBCD21-EDCE-554C-BD9D-34D4C5AF429C}" type="pres">
      <dgm:prSet presAssocID="{119BE17F-7ABC-4AC9-B31E-D1A6D14DBEFA}" presName="FourNodes_2_text" presStyleLbl="node1" presStyleIdx="3" presStyleCnt="4">
        <dgm:presLayoutVars>
          <dgm:bulletEnabled val="1"/>
        </dgm:presLayoutVars>
      </dgm:prSet>
      <dgm:spPr/>
    </dgm:pt>
    <dgm:pt modelId="{9C52C9F6-AEAE-C84E-BC4E-3FC70809EDEB}" type="pres">
      <dgm:prSet presAssocID="{119BE17F-7ABC-4AC9-B31E-D1A6D14DBEFA}" presName="FourNodes_3_text" presStyleLbl="node1" presStyleIdx="3" presStyleCnt="4">
        <dgm:presLayoutVars>
          <dgm:bulletEnabled val="1"/>
        </dgm:presLayoutVars>
      </dgm:prSet>
      <dgm:spPr/>
    </dgm:pt>
    <dgm:pt modelId="{7FAC576C-9B98-FB41-B5E9-DF8B01D2585E}" type="pres">
      <dgm:prSet presAssocID="{119BE17F-7ABC-4AC9-B31E-D1A6D14DBEF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5D9A407-5B08-461F-9526-0AC4A3CA86AE}" srcId="{119BE17F-7ABC-4AC9-B31E-D1A6D14DBEFA}" destId="{1F9F5903-671D-4F2C-87D9-052114DDA3A8}" srcOrd="2" destOrd="0" parTransId="{AB02F927-20C5-43F7-BBC8-0F3C8BEFFA95}" sibTransId="{4E1B6DB5-4B92-48A4-AB3B-8B49C0FE2F23}"/>
    <dgm:cxn modelId="{46A8C829-A229-4AAC-A83E-21AE9E24CD43}" srcId="{119BE17F-7ABC-4AC9-B31E-D1A6D14DBEFA}" destId="{5ADDF7EA-2074-4305-8ABE-C7EE1EC6AD7A}" srcOrd="0" destOrd="0" parTransId="{AE8CFC28-F4FA-466F-B27D-F3A84167DFFE}" sibTransId="{A1809CFE-37F2-4736-ADCF-470D39A86D00}"/>
    <dgm:cxn modelId="{B3972F61-35B0-418C-81BF-9C74B03980B0}" srcId="{119BE17F-7ABC-4AC9-B31E-D1A6D14DBEFA}" destId="{FF5B33E5-1079-497D-821F-3D9EEC6FD002}" srcOrd="3" destOrd="0" parTransId="{A91EB3D8-AFE8-477B-BBC7-AC9617C07D09}" sibTransId="{7618E7E5-723D-4072-AFC7-D16370A8B1FE}"/>
    <dgm:cxn modelId="{92C01F69-4C81-4087-9E0A-4D085D2FD342}" srcId="{119BE17F-7ABC-4AC9-B31E-D1A6D14DBEFA}" destId="{57D87CE0-D17A-4ED2-9846-6A74397386FD}" srcOrd="1" destOrd="0" parTransId="{13D3B4F9-1BF5-4259-8CC8-7C3A15CDB516}" sibTransId="{E36694CA-075D-4F4A-AA8C-508456D98AC7}"/>
    <dgm:cxn modelId="{9602296D-94C4-6942-9DD6-6BCFA69253CE}" type="presOf" srcId="{57D87CE0-D17A-4ED2-9846-6A74397386FD}" destId="{DE06198B-C2DA-BA4A-8BF9-3D6A3367316F}" srcOrd="0" destOrd="0" presId="urn:microsoft.com/office/officeart/2005/8/layout/vProcess5"/>
    <dgm:cxn modelId="{7FACE46E-A45A-D948-B21F-E1DC925F53F1}" type="presOf" srcId="{1F9F5903-671D-4F2C-87D9-052114DDA3A8}" destId="{68EC5289-3E75-204A-A234-8906E23C7507}" srcOrd="0" destOrd="0" presId="urn:microsoft.com/office/officeart/2005/8/layout/vProcess5"/>
    <dgm:cxn modelId="{06318872-DF62-3C42-B258-EB7A29836AF6}" type="presOf" srcId="{1F9F5903-671D-4F2C-87D9-052114DDA3A8}" destId="{9C52C9F6-AEAE-C84E-BC4E-3FC70809EDEB}" srcOrd="1" destOrd="0" presId="urn:microsoft.com/office/officeart/2005/8/layout/vProcess5"/>
    <dgm:cxn modelId="{6997F87C-945D-1D4C-B4D3-26B04DAD318B}" type="presOf" srcId="{5ADDF7EA-2074-4305-8ABE-C7EE1EC6AD7A}" destId="{72CC455E-86D8-834D-8DB5-8317833B694D}" srcOrd="1" destOrd="0" presId="urn:microsoft.com/office/officeart/2005/8/layout/vProcess5"/>
    <dgm:cxn modelId="{BF477F8D-E273-0149-B22A-28392BEE1C0A}" type="presOf" srcId="{57D87CE0-D17A-4ED2-9846-6A74397386FD}" destId="{28DBCD21-EDCE-554C-BD9D-34D4C5AF429C}" srcOrd="1" destOrd="0" presId="urn:microsoft.com/office/officeart/2005/8/layout/vProcess5"/>
    <dgm:cxn modelId="{3E9FF59F-873C-214A-81FA-09EB2C666E19}" type="presOf" srcId="{E36694CA-075D-4F4A-AA8C-508456D98AC7}" destId="{56493C67-D117-A94D-9443-3BDF9CCF855F}" srcOrd="0" destOrd="0" presId="urn:microsoft.com/office/officeart/2005/8/layout/vProcess5"/>
    <dgm:cxn modelId="{DD1590A0-0462-F349-907F-C4BCA7D0B88A}" type="presOf" srcId="{4E1B6DB5-4B92-48A4-AB3B-8B49C0FE2F23}" destId="{6E49FD8A-06FC-4148-AE2E-E5DEF2D596A4}" srcOrd="0" destOrd="0" presId="urn:microsoft.com/office/officeart/2005/8/layout/vProcess5"/>
    <dgm:cxn modelId="{95167FA5-05A1-E643-870F-BEEBCC031E52}" type="presOf" srcId="{FF5B33E5-1079-497D-821F-3D9EEC6FD002}" destId="{8906ED83-D455-3B49-9B83-E8842757AE4A}" srcOrd="0" destOrd="0" presId="urn:microsoft.com/office/officeart/2005/8/layout/vProcess5"/>
    <dgm:cxn modelId="{16668DCA-31E5-144C-9AB6-74B50E065D6E}" type="presOf" srcId="{119BE17F-7ABC-4AC9-B31E-D1A6D14DBEFA}" destId="{FC70312D-3755-7F45-9704-B60AA3CAAD4A}" srcOrd="0" destOrd="0" presId="urn:microsoft.com/office/officeart/2005/8/layout/vProcess5"/>
    <dgm:cxn modelId="{1C3C9BD4-A5BB-1E43-8637-BF916B81C472}" type="presOf" srcId="{5ADDF7EA-2074-4305-8ABE-C7EE1EC6AD7A}" destId="{FE2C0D67-66F0-3640-A072-D87BA32A9C8E}" srcOrd="0" destOrd="0" presId="urn:microsoft.com/office/officeart/2005/8/layout/vProcess5"/>
    <dgm:cxn modelId="{91416CEC-2803-B44C-BFFC-886701F9EF60}" type="presOf" srcId="{A1809CFE-37F2-4736-ADCF-470D39A86D00}" destId="{6F94A0D9-AC6A-FD4C-9373-7A967BC16AA1}" srcOrd="0" destOrd="0" presId="urn:microsoft.com/office/officeart/2005/8/layout/vProcess5"/>
    <dgm:cxn modelId="{023852F3-8C3D-E04C-865F-3247B6AC35E4}" type="presOf" srcId="{FF5B33E5-1079-497D-821F-3D9EEC6FD002}" destId="{7FAC576C-9B98-FB41-B5E9-DF8B01D2585E}" srcOrd="1" destOrd="0" presId="urn:microsoft.com/office/officeart/2005/8/layout/vProcess5"/>
    <dgm:cxn modelId="{73D8C27E-432B-2944-92FC-A5616CC88A72}" type="presParOf" srcId="{FC70312D-3755-7F45-9704-B60AA3CAAD4A}" destId="{34378CB0-5D4D-E643-A92A-196F666777CD}" srcOrd="0" destOrd="0" presId="urn:microsoft.com/office/officeart/2005/8/layout/vProcess5"/>
    <dgm:cxn modelId="{332C7424-E87E-C649-BEF8-7D2E745C81E7}" type="presParOf" srcId="{FC70312D-3755-7F45-9704-B60AA3CAAD4A}" destId="{FE2C0D67-66F0-3640-A072-D87BA32A9C8E}" srcOrd="1" destOrd="0" presId="urn:microsoft.com/office/officeart/2005/8/layout/vProcess5"/>
    <dgm:cxn modelId="{BC3A2D5E-D0D8-CF4F-A1C6-B03C8BD371C7}" type="presParOf" srcId="{FC70312D-3755-7F45-9704-B60AA3CAAD4A}" destId="{DE06198B-C2DA-BA4A-8BF9-3D6A3367316F}" srcOrd="2" destOrd="0" presId="urn:microsoft.com/office/officeart/2005/8/layout/vProcess5"/>
    <dgm:cxn modelId="{2D29124B-3EAF-1A42-8A3F-2023231D3358}" type="presParOf" srcId="{FC70312D-3755-7F45-9704-B60AA3CAAD4A}" destId="{68EC5289-3E75-204A-A234-8906E23C7507}" srcOrd="3" destOrd="0" presId="urn:microsoft.com/office/officeart/2005/8/layout/vProcess5"/>
    <dgm:cxn modelId="{093F2FBB-DE68-3044-B862-5BA167001C0D}" type="presParOf" srcId="{FC70312D-3755-7F45-9704-B60AA3CAAD4A}" destId="{8906ED83-D455-3B49-9B83-E8842757AE4A}" srcOrd="4" destOrd="0" presId="urn:microsoft.com/office/officeart/2005/8/layout/vProcess5"/>
    <dgm:cxn modelId="{0525A59D-D9BB-D649-846F-EC9B1558D8DC}" type="presParOf" srcId="{FC70312D-3755-7F45-9704-B60AA3CAAD4A}" destId="{6F94A0D9-AC6A-FD4C-9373-7A967BC16AA1}" srcOrd="5" destOrd="0" presId="urn:microsoft.com/office/officeart/2005/8/layout/vProcess5"/>
    <dgm:cxn modelId="{BE137900-EB14-E946-B1DF-D4D76292C749}" type="presParOf" srcId="{FC70312D-3755-7F45-9704-B60AA3CAAD4A}" destId="{56493C67-D117-A94D-9443-3BDF9CCF855F}" srcOrd="6" destOrd="0" presId="urn:microsoft.com/office/officeart/2005/8/layout/vProcess5"/>
    <dgm:cxn modelId="{3602BB9D-22BC-8940-A922-9FFA69F7DD37}" type="presParOf" srcId="{FC70312D-3755-7F45-9704-B60AA3CAAD4A}" destId="{6E49FD8A-06FC-4148-AE2E-E5DEF2D596A4}" srcOrd="7" destOrd="0" presId="urn:microsoft.com/office/officeart/2005/8/layout/vProcess5"/>
    <dgm:cxn modelId="{68C119EC-0069-9745-B1FC-C8C518B0B30D}" type="presParOf" srcId="{FC70312D-3755-7F45-9704-B60AA3CAAD4A}" destId="{72CC455E-86D8-834D-8DB5-8317833B694D}" srcOrd="8" destOrd="0" presId="urn:microsoft.com/office/officeart/2005/8/layout/vProcess5"/>
    <dgm:cxn modelId="{DAD80A3E-5B4A-E347-9960-D895AF044F3D}" type="presParOf" srcId="{FC70312D-3755-7F45-9704-B60AA3CAAD4A}" destId="{28DBCD21-EDCE-554C-BD9D-34D4C5AF429C}" srcOrd="9" destOrd="0" presId="urn:microsoft.com/office/officeart/2005/8/layout/vProcess5"/>
    <dgm:cxn modelId="{C2E2B2C5-C357-BA44-A930-D853791AB917}" type="presParOf" srcId="{FC70312D-3755-7F45-9704-B60AA3CAAD4A}" destId="{9C52C9F6-AEAE-C84E-BC4E-3FC70809EDEB}" srcOrd="10" destOrd="0" presId="urn:microsoft.com/office/officeart/2005/8/layout/vProcess5"/>
    <dgm:cxn modelId="{0C8382F1-EC10-4348-A8F0-FB1EAADF44BB}" type="presParOf" srcId="{FC70312D-3755-7F45-9704-B60AA3CAAD4A}" destId="{7FAC576C-9B98-FB41-B5E9-DF8B01D2585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A6D4D6-129D-4752-A382-C9972E8D905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A19DA42-BC0B-421F-AE97-A90290111EEE}">
      <dgm:prSet/>
      <dgm:spPr/>
      <dgm:t>
        <a:bodyPr/>
        <a:lstStyle/>
        <a:p>
          <a:r>
            <a:rPr lang="en-US"/>
            <a:t>• Weak reporting systems create barriers</a:t>
          </a:r>
          <a:br>
            <a:rPr lang="en-US"/>
          </a:br>
          <a:endParaRPr lang="en-US"/>
        </a:p>
      </dgm:t>
    </dgm:pt>
    <dgm:pt modelId="{2D0D1181-0BFA-4BE6-BBA3-5F531BE3AE52}" type="parTrans" cxnId="{E930ADBF-9C3A-47C1-BF10-B7DC808778F2}">
      <dgm:prSet/>
      <dgm:spPr/>
      <dgm:t>
        <a:bodyPr/>
        <a:lstStyle/>
        <a:p>
          <a:endParaRPr lang="en-US"/>
        </a:p>
      </dgm:t>
    </dgm:pt>
    <dgm:pt modelId="{E2F16899-9F30-4C7E-880B-F3C14947AA49}" type="sibTrans" cxnId="{E930ADBF-9C3A-47C1-BF10-B7DC808778F2}">
      <dgm:prSet/>
      <dgm:spPr/>
      <dgm:t>
        <a:bodyPr/>
        <a:lstStyle/>
        <a:p>
          <a:endParaRPr lang="en-US"/>
        </a:p>
      </dgm:t>
    </dgm:pt>
    <dgm:pt modelId="{9B6AD3C0-6CF3-4D4B-B456-8E5947D62902}">
      <dgm:prSet/>
      <dgm:spPr/>
      <dgm:t>
        <a:bodyPr/>
        <a:lstStyle/>
        <a:p>
          <a:r>
            <a:rPr lang="en-US"/>
            <a:t>• Poor processes incentivize shortcuts</a:t>
          </a:r>
          <a:br>
            <a:rPr lang="en-US"/>
          </a:br>
          <a:endParaRPr lang="en-US"/>
        </a:p>
      </dgm:t>
    </dgm:pt>
    <dgm:pt modelId="{44747B45-6697-4195-B8FE-274C101AA97A}" type="parTrans" cxnId="{C0886B26-078E-4728-B895-91AFA3DDDA72}">
      <dgm:prSet/>
      <dgm:spPr/>
      <dgm:t>
        <a:bodyPr/>
        <a:lstStyle/>
        <a:p>
          <a:endParaRPr lang="en-US"/>
        </a:p>
      </dgm:t>
    </dgm:pt>
    <dgm:pt modelId="{ABD54542-3AA9-4813-A9F5-49AA6B41EC38}" type="sibTrans" cxnId="{C0886B26-078E-4728-B895-91AFA3DDDA72}">
      <dgm:prSet/>
      <dgm:spPr/>
      <dgm:t>
        <a:bodyPr/>
        <a:lstStyle/>
        <a:p>
          <a:endParaRPr lang="en-US"/>
        </a:p>
      </dgm:t>
    </dgm:pt>
    <dgm:pt modelId="{6868C1B6-6E9C-48C1-99EE-ABBE228D87E2}">
      <dgm:prSet/>
      <dgm:spPr/>
      <dgm:t>
        <a:bodyPr/>
        <a:lstStyle/>
        <a:p>
          <a:r>
            <a:rPr lang="en-US"/>
            <a:t>• Financial and operational pressures dominate</a:t>
          </a:r>
          <a:br>
            <a:rPr lang="en-US"/>
          </a:br>
          <a:endParaRPr lang="en-US"/>
        </a:p>
      </dgm:t>
    </dgm:pt>
    <dgm:pt modelId="{4AB0EA96-F822-4C81-97B6-7E883C4BC24E}" type="parTrans" cxnId="{309D1EDB-5D6A-4321-AB19-015AB0BD8737}">
      <dgm:prSet/>
      <dgm:spPr/>
      <dgm:t>
        <a:bodyPr/>
        <a:lstStyle/>
        <a:p>
          <a:endParaRPr lang="en-US"/>
        </a:p>
      </dgm:t>
    </dgm:pt>
    <dgm:pt modelId="{C05623CD-978C-4FC6-9175-EF9A6D871806}" type="sibTrans" cxnId="{309D1EDB-5D6A-4321-AB19-015AB0BD8737}">
      <dgm:prSet/>
      <dgm:spPr/>
      <dgm:t>
        <a:bodyPr/>
        <a:lstStyle/>
        <a:p>
          <a:endParaRPr lang="en-US"/>
        </a:p>
      </dgm:t>
    </dgm:pt>
    <dgm:pt modelId="{FED71809-1CEA-4CB6-BFA8-D19705F6DD1D}">
      <dgm:prSet/>
      <dgm:spPr/>
      <dgm:t>
        <a:bodyPr/>
        <a:lstStyle/>
        <a:p>
          <a:r>
            <a:rPr lang="en-US"/>
            <a:t>"System redesign reduces harm"</a:t>
          </a:r>
        </a:p>
      </dgm:t>
    </dgm:pt>
    <dgm:pt modelId="{8E76C8E6-41F1-41B2-B0CC-ED10E090FAC4}" type="parTrans" cxnId="{990EF961-6135-4D74-ABDF-0F5B7C8DC0EE}">
      <dgm:prSet/>
      <dgm:spPr/>
      <dgm:t>
        <a:bodyPr/>
        <a:lstStyle/>
        <a:p>
          <a:endParaRPr lang="en-US"/>
        </a:p>
      </dgm:t>
    </dgm:pt>
    <dgm:pt modelId="{186A6F01-76A9-4F1E-915D-0C9962F4A7D2}" type="sibTrans" cxnId="{990EF961-6135-4D74-ABDF-0F5B7C8DC0EE}">
      <dgm:prSet/>
      <dgm:spPr/>
      <dgm:t>
        <a:bodyPr/>
        <a:lstStyle/>
        <a:p>
          <a:endParaRPr lang="en-US"/>
        </a:p>
      </dgm:t>
    </dgm:pt>
    <dgm:pt modelId="{89ED065A-20D5-49D9-AA20-B74CE7E46C52}" type="pres">
      <dgm:prSet presAssocID="{0BA6D4D6-129D-4752-A382-C9972E8D905E}" presName="root" presStyleCnt="0">
        <dgm:presLayoutVars>
          <dgm:dir/>
          <dgm:resizeHandles val="exact"/>
        </dgm:presLayoutVars>
      </dgm:prSet>
      <dgm:spPr/>
    </dgm:pt>
    <dgm:pt modelId="{8926623F-172E-48AE-B2AA-6717B6D16910}" type="pres">
      <dgm:prSet presAssocID="{0BA6D4D6-129D-4752-A382-C9972E8D905E}" presName="container" presStyleCnt="0">
        <dgm:presLayoutVars>
          <dgm:dir/>
          <dgm:resizeHandles val="exact"/>
        </dgm:presLayoutVars>
      </dgm:prSet>
      <dgm:spPr/>
    </dgm:pt>
    <dgm:pt modelId="{0FF7B0AF-EA73-44B2-A37C-B9D06BC8E3F9}" type="pres">
      <dgm:prSet presAssocID="{6A19DA42-BC0B-421F-AE97-A90290111EEE}" presName="compNode" presStyleCnt="0"/>
      <dgm:spPr/>
    </dgm:pt>
    <dgm:pt modelId="{8D44790B-772A-4ADD-851F-DEFD5A530671}" type="pres">
      <dgm:prSet presAssocID="{6A19DA42-BC0B-421F-AE97-A90290111EEE}" presName="iconBgRect" presStyleLbl="bgShp" presStyleIdx="0" presStyleCnt="4"/>
      <dgm:spPr/>
    </dgm:pt>
    <dgm:pt modelId="{B8AFF642-F276-45D6-9775-2D0A1AF6B0A0}" type="pres">
      <dgm:prSet presAssocID="{6A19DA42-BC0B-421F-AE97-A90290111E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58B710D-BD63-4BFA-8C8D-7B8634686EB7}" type="pres">
      <dgm:prSet presAssocID="{6A19DA42-BC0B-421F-AE97-A90290111EEE}" presName="spaceRect" presStyleCnt="0"/>
      <dgm:spPr/>
    </dgm:pt>
    <dgm:pt modelId="{01791BF8-6675-47D5-9DDC-CBBC4C4D1266}" type="pres">
      <dgm:prSet presAssocID="{6A19DA42-BC0B-421F-AE97-A90290111EEE}" presName="textRect" presStyleLbl="revTx" presStyleIdx="0" presStyleCnt="4">
        <dgm:presLayoutVars>
          <dgm:chMax val="1"/>
          <dgm:chPref val="1"/>
        </dgm:presLayoutVars>
      </dgm:prSet>
      <dgm:spPr/>
    </dgm:pt>
    <dgm:pt modelId="{A3E3FB45-6E65-44CA-B933-23F3338E0A71}" type="pres">
      <dgm:prSet presAssocID="{E2F16899-9F30-4C7E-880B-F3C14947AA49}" presName="sibTrans" presStyleLbl="sibTrans2D1" presStyleIdx="0" presStyleCnt="0"/>
      <dgm:spPr/>
    </dgm:pt>
    <dgm:pt modelId="{F95AD7C9-9C26-4ED9-8495-EFBA20E2099F}" type="pres">
      <dgm:prSet presAssocID="{9B6AD3C0-6CF3-4D4B-B456-8E5947D62902}" presName="compNode" presStyleCnt="0"/>
      <dgm:spPr/>
    </dgm:pt>
    <dgm:pt modelId="{EDE18BF7-9640-424E-B11C-DCF91587BFD8}" type="pres">
      <dgm:prSet presAssocID="{9B6AD3C0-6CF3-4D4B-B456-8E5947D62902}" presName="iconBgRect" presStyleLbl="bgShp" presStyleIdx="1" presStyleCnt="4"/>
      <dgm:spPr/>
    </dgm:pt>
    <dgm:pt modelId="{8DAF69B9-A34F-4C43-9CD7-4D1679780E7C}" type="pres">
      <dgm:prSet presAssocID="{9B6AD3C0-6CF3-4D4B-B456-8E5947D629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152D07D-86A3-4EAE-9ADC-374E20D77845}" type="pres">
      <dgm:prSet presAssocID="{9B6AD3C0-6CF3-4D4B-B456-8E5947D62902}" presName="spaceRect" presStyleCnt="0"/>
      <dgm:spPr/>
    </dgm:pt>
    <dgm:pt modelId="{C5FD5CA9-7AE7-4A5C-9A76-B56CC7EC1127}" type="pres">
      <dgm:prSet presAssocID="{9B6AD3C0-6CF3-4D4B-B456-8E5947D62902}" presName="textRect" presStyleLbl="revTx" presStyleIdx="1" presStyleCnt="4">
        <dgm:presLayoutVars>
          <dgm:chMax val="1"/>
          <dgm:chPref val="1"/>
        </dgm:presLayoutVars>
      </dgm:prSet>
      <dgm:spPr/>
    </dgm:pt>
    <dgm:pt modelId="{F2D6AF89-FD3C-4419-931F-C294174A3FD6}" type="pres">
      <dgm:prSet presAssocID="{ABD54542-3AA9-4813-A9F5-49AA6B41EC38}" presName="sibTrans" presStyleLbl="sibTrans2D1" presStyleIdx="0" presStyleCnt="0"/>
      <dgm:spPr/>
    </dgm:pt>
    <dgm:pt modelId="{E26C80F2-CC34-4CE5-A1D8-181A712AD0C3}" type="pres">
      <dgm:prSet presAssocID="{6868C1B6-6E9C-48C1-99EE-ABBE228D87E2}" presName="compNode" presStyleCnt="0"/>
      <dgm:spPr/>
    </dgm:pt>
    <dgm:pt modelId="{3C18F189-C22F-47B4-904C-E28824EB404F}" type="pres">
      <dgm:prSet presAssocID="{6868C1B6-6E9C-48C1-99EE-ABBE228D87E2}" presName="iconBgRect" presStyleLbl="bgShp" presStyleIdx="2" presStyleCnt="4"/>
      <dgm:spPr/>
    </dgm:pt>
    <dgm:pt modelId="{0421DE88-0D42-4EB0-832F-EDA189CE93D0}" type="pres">
      <dgm:prSet presAssocID="{6868C1B6-6E9C-48C1-99EE-ABBE228D87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648455F-DDD1-4E5F-BABA-8762ED98A346}" type="pres">
      <dgm:prSet presAssocID="{6868C1B6-6E9C-48C1-99EE-ABBE228D87E2}" presName="spaceRect" presStyleCnt="0"/>
      <dgm:spPr/>
    </dgm:pt>
    <dgm:pt modelId="{A120FA28-6510-44C2-9FED-BCB750A61F97}" type="pres">
      <dgm:prSet presAssocID="{6868C1B6-6E9C-48C1-99EE-ABBE228D87E2}" presName="textRect" presStyleLbl="revTx" presStyleIdx="2" presStyleCnt="4">
        <dgm:presLayoutVars>
          <dgm:chMax val="1"/>
          <dgm:chPref val="1"/>
        </dgm:presLayoutVars>
      </dgm:prSet>
      <dgm:spPr/>
    </dgm:pt>
    <dgm:pt modelId="{DCB524EE-DA4B-46F7-8DD1-F50359780FA6}" type="pres">
      <dgm:prSet presAssocID="{C05623CD-978C-4FC6-9175-EF9A6D871806}" presName="sibTrans" presStyleLbl="sibTrans2D1" presStyleIdx="0" presStyleCnt="0"/>
      <dgm:spPr/>
    </dgm:pt>
    <dgm:pt modelId="{B95317ED-59B3-4A30-AF1D-B8B1C1AD03B3}" type="pres">
      <dgm:prSet presAssocID="{FED71809-1CEA-4CB6-BFA8-D19705F6DD1D}" presName="compNode" presStyleCnt="0"/>
      <dgm:spPr/>
    </dgm:pt>
    <dgm:pt modelId="{6B65D69B-EA1C-4B9F-AF68-619EE8217074}" type="pres">
      <dgm:prSet presAssocID="{FED71809-1CEA-4CB6-BFA8-D19705F6DD1D}" presName="iconBgRect" presStyleLbl="bgShp" presStyleIdx="3" presStyleCnt="4"/>
      <dgm:spPr/>
    </dgm:pt>
    <dgm:pt modelId="{3CCC2044-A22E-4336-9FB4-CE30BB7B9D40}" type="pres">
      <dgm:prSet presAssocID="{FED71809-1CEA-4CB6-BFA8-D19705F6DD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76A9A27E-3925-4849-87D3-C61F91825AE2}" type="pres">
      <dgm:prSet presAssocID="{FED71809-1CEA-4CB6-BFA8-D19705F6DD1D}" presName="spaceRect" presStyleCnt="0"/>
      <dgm:spPr/>
    </dgm:pt>
    <dgm:pt modelId="{324CFD36-BBA9-4E31-8FA7-053D8354663A}" type="pres">
      <dgm:prSet presAssocID="{FED71809-1CEA-4CB6-BFA8-D19705F6DD1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DB6FF0C-6E7F-4039-BE76-0D8C5C1D5964}" type="presOf" srcId="{9B6AD3C0-6CF3-4D4B-B456-8E5947D62902}" destId="{C5FD5CA9-7AE7-4A5C-9A76-B56CC7EC1127}" srcOrd="0" destOrd="0" presId="urn:microsoft.com/office/officeart/2018/2/layout/IconCircleList"/>
    <dgm:cxn modelId="{D11B4A20-81CF-49AE-A43A-7078D7E93716}" type="presOf" srcId="{ABD54542-3AA9-4813-A9F5-49AA6B41EC38}" destId="{F2D6AF89-FD3C-4419-931F-C294174A3FD6}" srcOrd="0" destOrd="0" presId="urn:microsoft.com/office/officeart/2018/2/layout/IconCircleList"/>
    <dgm:cxn modelId="{65FBB621-7E26-431E-B73F-1D6CF2E6CB4F}" type="presOf" srcId="{6A19DA42-BC0B-421F-AE97-A90290111EEE}" destId="{01791BF8-6675-47D5-9DDC-CBBC4C4D1266}" srcOrd="0" destOrd="0" presId="urn:microsoft.com/office/officeart/2018/2/layout/IconCircleList"/>
    <dgm:cxn modelId="{21F42B24-471D-4779-A54A-565310CC15C5}" type="presOf" srcId="{0BA6D4D6-129D-4752-A382-C9972E8D905E}" destId="{89ED065A-20D5-49D9-AA20-B74CE7E46C52}" srcOrd="0" destOrd="0" presId="urn:microsoft.com/office/officeart/2018/2/layout/IconCircleList"/>
    <dgm:cxn modelId="{C0886B26-078E-4728-B895-91AFA3DDDA72}" srcId="{0BA6D4D6-129D-4752-A382-C9972E8D905E}" destId="{9B6AD3C0-6CF3-4D4B-B456-8E5947D62902}" srcOrd="1" destOrd="0" parTransId="{44747B45-6697-4195-B8FE-274C101AA97A}" sibTransId="{ABD54542-3AA9-4813-A9F5-49AA6B41EC38}"/>
    <dgm:cxn modelId="{990EF961-6135-4D74-ABDF-0F5B7C8DC0EE}" srcId="{0BA6D4D6-129D-4752-A382-C9972E8D905E}" destId="{FED71809-1CEA-4CB6-BFA8-D19705F6DD1D}" srcOrd="3" destOrd="0" parTransId="{8E76C8E6-41F1-41B2-B0CC-ED10E090FAC4}" sibTransId="{186A6F01-76A9-4F1E-915D-0C9962F4A7D2}"/>
    <dgm:cxn modelId="{1B2A6F77-435C-4032-AAF9-1AE70B0580D1}" type="presOf" srcId="{6868C1B6-6E9C-48C1-99EE-ABBE228D87E2}" destId="{A120FA28-6510-44C2-9FED-BCB750A61F97}" srcOrd="0" destOrd="0" presId="urn:microsoft.com/office/officeart/2018/2/layout/IconCircleList"/>
    <dgm:cxn modelId="{B23F857B-4B90-49D0-8F10-1B661EBED362}" type="presOf" srcId="{FED71809-1CEA-4CB6-BFA8-D19705F6DD1D}" destId="{324CFD36-BBA9-4E31-8FA7-053D8354663A}" srcOrd="0" destOrd="0" presId="urn:microsoft.com/office/officeart/2018/2/layout/IconCircleList"/>
    <dgm:cxn modelId="{BC8B4B89-49DF-4914-B7F3-B3D116C61120}" type="presOf" srcId="{C05623CD-978C-4FC6-9175-EF9A6D871806}" destId="{DCB524EE-DA4B-46F7-8DD1-F50359780FA6}" srcOrd="0" destOrd="0" presId="urn:microsoft.com/office/officeart/2018/2/layout/IconCircleList"/>
    <dgm:cxn modelId="{E930ADBF-9C3A-47C1-BF10-B7DC808778F2}" srcId="{0BA6D4D6-129D-4752-A382-C9972E8D905E}" destId="{6A19DA42-BC0B-421F-AE97-A90290111EEE}" srcOrd="0" destOrd="0" parTransId="{2D0D1181-0BFA-4BE6-BBA3-5F531BE3AE52}" sibTransId="{E2F16899-9F30-4C7E-880B-F3C14947AA49}"/>
    <dgm:cxn modelId="{309D1EDB-5D6A-4321-AB19-015AB0BD8737}" srcId="{0BA6D4D6-129D-4752-A382-C9972E8D905E}" destId="{6868C1B6-6E9C-48C1-99EE-ABBE228D87E2}" srcOrd="2" destOrd="0" parTransId="{4AB0EA96-F822-4C81-97B6-7E883C4BC24E}" sibTransId="{C05623CD-978C-4FC6-9175-EF9A6D871806}"/>
    <dgm:cxn modelId="{D4279EFE-77FE-4218-939D-0F17D59A275E}" type="presOf" srcId="{E2F16899-9F30-4C7E-880B-F3C14947AA49}" destId="{A3E3FB45-6E65-44CA-B933-23F3338E0A71}" srcOrd="0" destOrd="0" presId="urn:microsoft.com/office/officeart/2018/2/layout/IconCircleList"/>
    <dgm:cxn modelId="{2558D661-6362-477C-AE1A-0A8B078859BD}" type="presParOf" srcId="{89ED065A-20D5-49D9-AA20-B74CE7E46C52}" destId="{8926623F-172E-48AE-B2AA-6717B6D16910}" srcOrd="0" destOrd="0" presId="urn:microsoft.com/office/officeart/2018/2/layout/IconCircleList"/>
    <dgm:cxn modelId="{DE196722-4B88-47CF-9200-D15D2F7CE9D1}" type="presParOf" srcId="{8926623F-172E-48AE-B2AA-6717B6D16910}" destId="{0FF7B0AF-EA73-44B2-A37C-B9D06BC8E3F9}" srcOrd="0" destOrd="0" presId="urn:microsoft.com/office/officeart/2018/2/layout/IconCircleList"/>
    <dgm:cxn modelId="{6DC94B41-51D8-4B0A-9C44-E015E43FFF15}" type="presParOf" srcId="{0FF7B0AF-EA73-44B2-A37C-B9D06BC8E3F9}" destId="{8D44790B-772A-4ADD-851F-DEFD5A530671}" srcOrd="0" destOrd="0" presId="urn:microsoft.com/office/officeart/2018/2/layout/IconCircleList"/>
    <dgm:cxn modelId="{92F2712A-DD81-4050-926D-E2582903B875}" type="presParOf" srcId="{0FF7B0AF-EA73-44B2-A37C-B9D06BC8E3F9}" destId="{B8AFF642-F276-45D6-9775-2D0A1AF6B0A0}" srcOrd="1" destOrd="0" presId="urn:microsoft.com/office/officeart/2018/2/layout/IconCircleList"/>
    <dgm:cxn modelId="{E756C830-8E60-466F-A97B-3F73BD3C1976}" type="presParOf" srcId="{0FF7B0AF-EA73-44B2-A37C-B9D06BC8E3F9}" destId="{E58B710D-BD63-4BFA-8C8D-7B8634686EB7}" srcOrd="2" destOrd="0" presId="urn:microsoft.com/office/officeart/2018/2/layout/IconCircleList"/>
    <dgm:cxn modelId="{63EA7A2E-43CC-466B-9779-6B94F2AC99F9}" type="presParOf" srcId="{0FF7B0AF-EA73-44B2-A37C-B9D06BC8E3F9}" destId="{01791BF8-6675-47D5-9DDC-CBBC4C4D1266}" srcOrd="3" destOrd="0" presId="urn:microsoft.com/office/officeart/2018/2/layout/IconCircleList"/>
    <dgm:cxn modelId="{806F5A76-FDB9-4904-8009-29989077D005}" type="presParOf" srcId="{8926623F-172E-48AE-B2AA-6717B6D16910}" destId="{A3E3FB45-6E65-44CA-B933-23F3338E0A71}" srcOrd="1" destOrd="0" presId="urn:microsoft.com/office/officeart/2018/2/layout/IconCircleList"/>
    <dgm:cxn modelId="{445289D8-7987-4B39-BF80-7447B3CC7E43}" type="presParOf" srcId="{8926623F-172E-48AE-B2AA-6717B6D16910}" destId="{F95AD7C9-9C26-4ED9-8495-EFBA20E2099F}" srcOrd="2" destOrd="0" presId="urn:microsoft.com/office/officeart/2018/2/layout/IconCircleList"/>
    <dgm:cxn modelId="{3518F1E0-2DE2-49AA-B7DD-9FADFBFEA475}" type="presParOf" srcId="{F95AD7C9-9C26-4ED9-8495-EFBA20E2099F}" destId="{EDE18BF7-9640-424E-B11C-DCF91587BFD8}" srcOrd="0" destOrd="0" presId="urn:microsoft.com/office/officeart/2018/2/layout/IconCircleList"/>
    <dgm:cxn modelId="{A9BE351A-3625-4B52-B5B0-A1A9373BA892}" type="presParOf" srcId="{F95AD7C9-9C26-4ED9-8495-EFBA20E2099F}" destId="{8DAF69B9-A34F-4C43-9CD7-4D1679780E7C}" srcOrd="1" destOrd="0" presId="urn:microsoft.com/office/officeart/2018/2/layout/IconCircleList"/>
    <dgm:cxn modelId="{656D066E-69DD-4D4E-A621-AB586F97B26F}" type="presParOf" srcId="{F95AD7C9-9C26-4ED9-8495-EFBA20E2099F}" destId="{B152D07D-86A3-4EAE-9ADC-374E20D77845}" srcOrd="2" destOrd="0" presId="urn:microsoft.com/office/officeart/2018/2/layout/IconCircleList"/>
    <dgm:cxn modelId="{EB65EE2C-E6B0-4AB8-80E7-CEAF4D845532}" type="presParOf" srcId="{F95AD7C9-9C26-4ED9-8495-EFBA20E2099F}" destId="{C5FD5CA9-7AE7-4A5C-9A76-B56CC7EC1127}" srcOrd="3" destOrd="0" presId="urn:microsoft.com/office/officeart/2018/2/layout/IconCircleList"/>
    <dgm:cxn modelId="{3404A1E9-DA65-4B94-B046-9651D4D7A6F3}" type="presParOf" srcId="{8926623F-172E-48AE-B2AA-6717B6D16910}" destId="{F2D6AF89-FD3C-4419-931F-C294174A3FD6}" srcOrd="3" destOrd="0" presId="urn:microsoft.com/office/officeart/2018/2/layout/IconCircleList"/>
    <dgm:cxn modelId="{D6B4D9A8-D25A-4A39-9D6E-3E56E10D8711}" type="presParOf" srcId="{8926623F-172E-48AE-B2AA-6717B6D16910}" destId="{E26C80F2-CC34-4CE5-A1D8-181A712AD0C3}" srcOrd="4" destOrd="0" presId="urn:microsoft.com/office/officeart/2018/2/layout/IconCircleList"/>
    <dgm:cxn modelId="{160DC41A-74E4-4F2E-9784-374AEEC76099}" type="presParOf" srcId="{E26C80F2-CC34-4CE5-A1D8-181A712AD0C3}" destId="{3C18F189-C22F-47B4-904C-E28824EB404F}" srcOrd="0" destOrd="0" presId="urn:microsoft.com/office/officeart/2018/2/layout/IconCircleList"/>
    <dgm:cxn modelId="{CB75D5B1-7CFA-4E40-B2DB-45687A85232C}" type="presParOf" srcId="{E26C80F2-CC34-4CE5-A1D8-181A712AD0C3}" destId="{0421DE88-0D42-4EB0-832F-EDA189CE93D0}" srcOrd="1" destOrd="0" presId="urn:microsoft.com/office/officeart/2018/2/layout/IconCircleList"/>
    <dgm:cxn modelId="{12E8D49C-0F4F-4E21-993B-1FC91739DAA2}" type="presParOf" srcId="{E26C80F2-CC34-4CE5-A1D8-181A712AD0C3}" destId="{B648455F-DDD1-4E5F-BABA-8762ED98A346}" srcOrd="2" destOrd="0" presId="urn:microsoft.com/office/officeart/2018/2/layout/IconCircleList"/>
    <dgm:cxn modelId="{97D00982-87B6-4614-A801-1E281A5BDDFA}" type="presParOf" srcId="{E26C80F2-CC34-4CE5-A1D8-181A712AD0C3}" destId="{A120FA28-6510-44C2-9FED-BCB750A61F97}" srcOrd="3" destOrd="0" presId="urn:microsoft.com/office/officeart/2018/2/layout/IconCircleList"/>
    <dgm:cxn modelId="{AB087801-6F13-4803-8D23-5338BEBF047D}" type="presParOf" srcId="{8926623F-172E-48AE-B2AA-6717B6D16910}" destId="{DCB524EE-DA4B-46F7-8DD1-F50359780FA6}" srcOrd="5" destOrd="0" presId="urn:microsoft.com/office/officeart/2018/2/layout/IconCircleList"/>
    <dgm:cxn modelId="{D202B731-E28C-4786-B827-5990BFA976D6}" type="presParOf" srcId="{8926623F-172E-48AE-B2AA-6717B6D16910}" destId="{B95317ED-59B3-4A30-AF1D-B8B1C1AD03B3}" srcOrd="6" destOrd="0" presId="urn:microsoft.com/office/officeart/2018/2/layout/IconCircleList"/>
    <dgm:cxn modelId="{9507DCDB-8EB8-4843-B3A7-DCE637C295AB}" type="presParOf" srcId="{B95317ED-59B3-4A30-AF1D-B8B1C1AD03B3}" destId="{6B65D69B-EA1C-4B9F-AF68-619EE8217074}" srcOrd="0" destOrd="0" presId="urn:microsoft.com/office/officeart/2018/2/layout/IconCircleList"/>
    <dgm:cxn modelId="{0D7AF601-B8DB-4187-B638-6B233DBA93FE}" type="presParOf" srcId="{B95317ED-59B3-4A30-AF1D-B8B1C1AD03B3}" destId="{3CCC2044-A22E-4336-9FB4-CE30BB7B9D40}" srcOrd="1" destOrd="0" presId="urn:microsoft.com/office/officeart/2018/2/layout/IconCircleList"/>
    <dgm:cxn modelId="{4B19E502-EF12-4B83-AEAF-D1BC6E276924}" type="presParOf" srcId="{B95317ED-59B3-4A30-AF1D-B8B1C1AD03B3}" destId="{76A9A27E-3925-4849-87D3-C61F91825AE2}" srcOrd="2" destOrd="0" presId="urn:microsoft.com/office/officeart/2018/2/layout/IconCircleList"/>
    <dgm:cxn modelId="{973BCCA2-1B74-4B7A-9EC5-B7772785FEAF}" type="presParOf" srcId="{B95317ED-59B3-4A30-AF1D-B8B1C1AD03B3}" destId="{324CFD36-BBA9-4E31-8FA7-053D8354663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F17365F-BE7C-41A0-8FCC-79ED8DB053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57D7E6-EC86-4114-AF75-F182885197D7}">
      <dgm:prSet/>
      <dgm:spPr/>
      <dgm:t>
        <a:bodyPr/>
        <a:lstStyle/>
        <a:p>
          <a:r>
            <a:rPr lang="en-US"/>
            <a:t>"Culture change evolves incrementally through repeated behaviors"</a:t>
          </a:r>
          <a:br>
            <a:rPr lang="en-US"/>
          </a:br>
          <a:endParaRPr lang="en-US"/>
        </a:p>
      </dgm:t>
    </dgm:pt>
    <dgm:pt modelId="{3448D71E-93F8-450D-B8EF-7FF2204B673D}" type="parTrans" cxnId="{682114C7-5BC0-497F-BC5D-0C8D7778F310}">
      <dgm:prSet/>
      <dgm:spPr/>
      <dgm:t>
        <a:bodyPr/>
        <a:lstStyle/>
        <a:p>
          <a:endParaRPr lang="en-US"/>
        </a:p>
      </dgm:t>
    </dgm:pt>
    <dgm:pt modelId="{F413068E-907D-4371-A4E1-A15F45FAD473}" type="sibTrans" cxnId="{682114C7-5BC0-497F-BC5D-0C8D7778F310}">
      <dgm:prSet/>
      <dgm:spPr/>
      <dgm:t>
        <a:bodyPr/>
        <a:lstStyle/>
        <a:p>
          <a:endParaRPr lang="en-US"/>
        </a:p>
      </dgm:t>
    </dgm:pt>
    <dgm:pt modelId="{F6896E21-F60A-4653-8C3C-BF1D0DAEA1B9}">
      <dgm:prSet/>
      <dgm:spPr/>
      <dgm:t>
        <a:bodyPr/>
        <a:lstStyle/>
        <a:p>
          <a:r>
            <a:rPr lang="en-US"/>
            <a:t>• Corporate timelines expect quick results</a:t>
          </a:r>
          <a:br>
            <a:rPr lang="en-US"/>
          </a:br>
          <a:endParaRPr lang="en-US"/>
        </a:p>
      </dgm:t>
    </dgm:pt>
    <dgm:pt modelId="{940B5ADD-8DAC-49A3-9387-99CA835471C7}" type="parTrans" cxnId="{E3B86931-DEC4-430F-A37D-5D5B7256B5F5}">
      <dgm:prSet/>
      <dgm:spPr/>
      <dgm:t>
        <a:bodyPr/>
        <a:lstStyle/>
        <a:p>
          <a:endParaRPr lang="en-US"/>
        </a:p>
      </dgm:t>
    </dgm:pt>
    <dgm:pt modelId="{1FE6D644-0F58-48F9-86DD-48AC84F5D5B5}" type="sibTrans" cxnId="{E3B86931-DEC4-430F-A37D-5D5B7256B5F5}">
      <dgm:prSet/>
      <dgm:spPr/>
      <dgm:t>
        <a:bodyPr/>
        <a:lstStyle/>
        <a:p>
          <a:endParaRPr lang="en-US"/>
        </a:p>
      </dgm:t>
    </dgm:pt>
    <dgm:pt modelId="{A2C07D74-ECB5-445D-880C-D7C786338A72}">
      <dgm:prSet/>
      <dgm:spPr/>
      <dgm:t>
        <a:bodyPr/>
        <a:lstStyle/>
        <a:p>
          <a:r>
            <a:rPr lang="en-US"/>
            <a:t>• Culture timelines span years</a:t>
          </a:r>
          <a:br>
            <a:rPr lang="en-US"/>
          </a:br>
          <a:endParaRPr lang="en-US"/>
        </a:p>
      </dgm:t>
    </dgm:pt>
    <dgm:pt modelId="{D136F798-3A73-408C-B019-E89E174AE01F}" type="parTrans" cxnId="{E722ECF3-869A-45BA-8B49-93F4F786044C}">
      <dgm:prSet/>
      <dgm:spPr/>
      <dgm:t>
        <a:bodyPr/>
        <a:lstStyle/>
        <a:p>
          <a:endParaRPr lang="en-US"/>
        </a:p>
      </dgm:t>
    </dgm:pt>
    <dgm:pt modelId="{A4A28EEA-9B26-426E-A44F-3E98938C814B}" type="sibTrans" cxnId="{E722ECF3-869A-45BA-8B49-93F4F786044C}">
      <dgm:prSet/>
      <dgm:spPr/>
      <dgm:t>
        <a:bodyPr/>
        <a:lstStyle/>
        <a:p>
          <a:endParaRPr lang="en-US"/>
        </a:p>
      </dgm:t>
    </dgm:pt>
    <dgm:pt modelId="{188D895E-9C24-4899-83CF-F5937BE15245}">
      <dgm:prSet/>
      <dgm:spPr/>
      <dgm:t>
        <a:bodyPr/>
        <a:lstStyle/>
        <a:p>
          <a:r>
            <a:rPr lang="en-US"/>
            <a:t>• Only 30% of transformations succeed</a:t>
          </a:r>
        </a:p>
      </dgm:t>
    </dgm:pt>
    <dgm:pt modelId="{ABAFCA52-0BDD-4136-A737-8E03C5BECF9C}" type="parTrans" cxnId="{12D71B35-9D36-4A4A-B73B-FD7E4AAEBE3A}">
      <dgm:prSet/>
      <dgm:spPr/>
      <dgm:t>
        <a:bodyPr/>
        <a:lstStyle/>
        <a:p>
          <a:endParaRPr lang="en-US"/>
        </a:p>
      </dgm:t>
    </dgm:pt>
    <dgm:pt modelId="{004D68C2-AC60-4016-9579-D5F8094A5A52}" type="sibTrans" cxnId="{12D71B35-9D36-4A4A-B73B-FD7E4AAEBE3A}">
      <dgm:prSet/>
      <dgm:spPr/>
      <dgm:t>
        <a:bodyPr/>
        <a:lstStyle/>
        <a:p>
          <a:endParaRPr lang="en-US"/>
        </a:p>
      </dgm:t>
    </dgm:pt>
    <dgm:pt modelId="{71416A79-E42C-4CEF-823E-1628E172931F}" type="pres">
      <dgm:prSet presAssocID="{0F17365F-BE7C-41A0-8FCC-79ED8DB053A7}" presName="root" presStyleCnt="0">
        <dgm:presLayoutVars>
          <dgm:dir/>
          <dgm:resizeHandles val="exact"/>
        </dgm:presLayoutVars>
      </dgm:prSet>
      <dgm:spPr/>
    </dgm:pt>
    <dgm:pt modelId="{616DC5D0-9BF1-418D-B414-A8CFFEB98189}" type="pres">
      <dgm:prSet presAssocID="{2857D7E6-EC86-4114-AF75-F182885197D7}" presName="compNode" presStyleCnt="0"/>
      <dgm:spPr/>
    </dgm:pt>
    <dgm:pt modelId="{8926D37B-C0DC-491B-9EC7-540FAD54FB9A}" type="pres">
      <dgm:prSet presAssocID="{2857D7E6-EC86-4114-AF75-F182885197D7}" presName="bgRect" presStyleLbl="bgShp" presStyleIdx="0" presStyleCnt="4"/>
      <dgm:spPr/>
    </dgm:pt>
    <dgm:pt modelId="{7F74948F-CE5E-4FD4-BD83-BA185C18E177}" type="pres">
      <dgm:prSet presAssocID="{2857D7E6-EC86-4114-AF75-F182885197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A7EA2F8-2500-44F2-8A64-A796DE263B18}" type="pres">
      <dgm:prSet presAssocID="{2857D7E6-EC86-4114-AF75-F182885197D7}" presName="spaceRect" presStyleCnt="0"/>
      <dgm:spPr/>
    </dgm:pt>
    <dgm:pt modelId="{BEA229B8-B89B-4178-B548-EE152A15D64F}" type="pres">
      <dgm:prSet presAssocID="{2857D7E6-EC86-4114-AF75-F182885197D7}" presName="parTx" presStyleLbl="revTx" presStyleIdx="0" presStyleCnt="4">
        <dgm:presLayoutVars>
          <dgm:chMax val="0"/>
          <dgm:chPref val="0"/>
        </dgm:presLayoutVars>
      </dgm:prSet>
      <dgm:spPr/>
    </dgm:pt>
    <dgm:pt modelId="{9577A5A2-E06C-462C-92A7-B8035C55EB35}" type="pres">
      <dgm:prSet presAssocID="{F413068E-907D-4371-A4E1-A15F45FAD473}" presName="sibTrans" presStyleCnt="0"/>
      <dgm:spPr/>
    </dgm:pt>
    <dgm:pt modelId="{C739DF1C-A55B-4A53-8758-83ABFE01A5F2}" type="pres">
      <dgm:prSet presAssocID="{F6896E21-F60A-4653-8C3C-BF1D0DAEA1B9}" presName="compNode" presStyleCnt="0"/>
      <dgm:spPr/>
    </dgm:pt>
    <dgm:pt modelId="{5F4B1B5E-4539-474A-8946-18820DABCF77}" type="pres">
      <dgm:prSet presAssocID="{F6896E21-F60A-4653-8C3C-BF1D0DAEA1B9}" presName="bgRect" presStyleLbl="bgShp" presStyleIdx="1" presStyleCnt="4"/>
      <dgm:spPr/>
    </dgm:pt>
    <dgm:pt modelId="{458FB1ED-320A-44FF-A05E-623004487570}" type="pres">
      <dgm:prSet presAssocID="{F6896E21-F60A-4653-8C3C-BF1D0DAEA1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B32E4AF-DB5A-4B87-8F7A-4AE5F3F73B98}" type="pres">
      <dgm:prSet presAssocID="{F6896E21-F60A-4653-8C3C-BF1D0DAEA1B9}" presName="spaceRect" presStyleCnt="0"/>
      <dgm:spPr/>
    </dgm:pt>
    <dgm:pt modelId="{F13D6C70-1DE8-4EB1-8FEB-ABC025511E70}" type="pres">
      <dgm:prSet presAssocID="{F6896E21-F60A-4653-8C3C-BF1D0DAEA1B9}" presName="parTx" presStyleLbl="revTx" presStyleIdx="1" presStyleCnt="4">
        <dgm:presLayoutVars>
          <dgm:chMax val="0"/>
          <dgm:chPref val="0"/>
        </dgm:presLayoutVars>
      </dgm:prSet>
      <dgm:spPr/>
    </dgm:pt>
    <dgm:pt modelId="{F63A663C-CF7D-4210-A3D8-8AEAE7277A1F}" type="pres">
      <dgm:prSet presAssocID="{1FE6D644-0F58-48F9-86DD-48AC84F5D5B5}" presName="sibTrans" presStyleCnt="0"/>
      <dgm:spPr/>
    </dgm:pt>
    <dgm:pt modelId="{1406164D-0292-4656-9F53-FE55EE6C5CFF}" type="pres">
      <dgm:prSet presAssocID="{A2C07D74-ECB5-445D-880C-D7C786338A72}" presName="compNode" presStyleCnt="0"/>
      <dgm:spPr/>
    </dgm:pt>
    <dgm:pt modelId="{444A98C7-E473-486B-833E-B779D1AE5587}" type="pres">
      <dgm:prSet presAssocID="{A2C07D74-ECB5-445D-880C-D7C786338A72}" presName="bgRect" presStyleLbl="bgShp" presStyleIdx="2" presStyleCnt="4"/>
      <dgm:spPr/>
    </dgm:pt>
    <dgm:pt modelId="{BB6AB0D1-3D2C-4E32-9173-43A7DDDD71FD}" type="pres">
      <dgm:prSet presAssocID="{A2C07D74-ECB5-445D-880C-D7C786338A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9FBB864-0217-408C-AB54-E532219D53E9}" type="pres">
      <dgm:prSet presAssocID="{A2C07D74-ECB5-445D-880C-D7C786338A72}" presName="spaceRect" presStyleCnt="0"/>
      <dgm:spPr/>
    </dgm:pt>
    <dgm:pt modelId="{A1D200C3-33A1-484B-B30E-4F6097FCE20B}" type="pres">
      <dgm:prSet presAssocID="{A2C07D74-ECB5-445D-880C-D7C786338A72}" presName="parTx" presStyleLbl="revTx" presStyleIdx="2" presStyleCnt="4">
        <dgm:presLayoutVars>
          <dgm:chMax val="0"/>
          <dgm:chPref val="0"/>
        </dgm:presLayoutVars>
      </dgm:prSet>
      <dgm:spPr/>
    </dgm:pt>
    <dgm:pt modelId="{37A542A3-CB74-4E62-B62E-6296EDAE1D6A}" type="pres">
      <dgm:prSet presAssocID="{A4A28EEA-9B26-426E-A44F-3E98938C814B}" presName="sibTrans" presStyleCnt="0"/>
      <dgm:spPr/>
    </dgm:pt>
    <dgm:pt modelId="{C719FC99-8556-4945-B642-39ABF0146E01}" type="pres">
      <dgm:prSet presAssocID="{188D895E-9C24-4899-83CF-F5937BE15245}" presName="compNode" presStyleCnt="0"/>
      <dgm:spPr/>
    </dgm:pt>
    <dgm:pt modelId="{ABB41219-7CCC-4838-939C-52C4AEF953B8}" type="pres">
      <dgm:prSet presAssocID="{188D895E-9C24-4899-83CF-F5937BE15245}" presName="bgRect" presStyleLbl="bgShp" presStyleIdx="3" presStyleCnt="4"/>
      <dgm:spPr/>
    </dgm:pt>
    <dgm:pt modelId="{84EE0C74-10C8-4E11-8F79-765926C961AE}" type="pres">
      <dgm:prSet presAssocID="{188D895E-9C24-4899-83CF-F5937BE152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hill skiing"/>
        </a:ext>
      </dgm:extLst>
    </dgm:pt>
    <dgm:pt modelId="{ADBEE72F-BEC3-47C9-8A4C-6198A20BC874}" type="pres">
      <dgm:prSet presAssocID="{188D895E-9C24-4899-83CF-F5937BE15245}" presName="spaceRect" presStyleCnt="0"/>
      <dgm:spPr/>
    </dgm:pt>
    <dgm:pt modelId="{8416EDDE-E113-4BEE-8292-732DE7AB2DF4}" type="pres">
      <dgm:prSet presAssocID="{188D895E-9C24-4899-83CF-F5937BE1524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3B86931-DEC4-430F-A37D-5D5B7256B5F5}" srcId="{0F17365F-BE7C-41A0-8FCC-79ED8DB053A7}" destId="{F6896E21-F60A-4653-8C3C-BF1D0DAEA1B9}" srcOrd="1" destOrd="0" parTransId="{940B5ADD-8DAC-49A3-9387-99CA835471C7}" sibTransId="{1FE6D644-0F58-48F9-86DD-48AC84F5D5B5}"/>
    <dgm:cxn modelId="{12D71B35-9D36-4A4A-B73B-FD7E4AAEBE3A}" srcId="{0F17365F-BE7C-41A0-8FCC-79ED8DB053A7}" destId="{188D895E-9C24-4899-83CF-F5937BE15245}" srcOrd="3" destOrd="0" parTransId="{ABAFCA52-0BDD-4136-A737-8E03C5BECF9C}" sibTransId="{004D68C2-AC60-4016-9579-D5F8094A5A52}"/>
    <dgm:cxn modelId="{413F245B-87CF-4464-AA42-9EBA966C2E83}" type="presOf" srcId="{A2C07D74-ECB5-445D-880C-D7C786338A72}" destId="{A1D200C3-33A1-484B-B30E-4F6097FCE20B}" srcOrd="0" destOrd="0" presId="urn:microsoft.com/office/officeart/2018/2/layout/IconVerticalSolidList"/>
    <dgm:cxn modelId="{156D53AB-3D7C-48BC-A751-60D00072B87A}" type="presOf" srcId="{188D895E-9C24-4899-83CF-F5937BE15245}" destId="{8416EDDE-E113-4BEE-8292-732DE7AB2DF4}" srcOrd="0" destOrd="0" presId="urn:microsoft.com/office/officeart/2018/2/layout/IconVerticalSolidList"/>
    <dgm:cxn modelId="{682114C7-5BC0-497F-BC5D-0C8D7778F310}" srcId="{0F17365F-BE7C-41A0-8FCC-79ED8DB053A7}" destId="{2857D7E6-EC86-4114-AF75-F182885197D7}" srcOrd="0" destOrd="0" parTransId="{3448D71E-93F8-450D-B8EF-7FF2204B673D}" sibTransId="{F413068E-907D-4371-A4E1-A15F45FAD473}"/>
    <dgm:cxn modelId="{42C407C9-8147-4862-A6EE-0C2F276A24C0}" type="presOf" srcId="{2857D7E6-EC86-4114-AF75-F182885197D7}" destId="{BEA229B8-B89B-4178-B548-EE152A15D64F}" srcOrd="0" destOrd="0" presId="urn:microsoft.com/office/officeart/2018/2/layout/IconVerticalSolidList"/>
    <dgm:cxn modelId="{D0A07FDE-D1E1-4DAC-ABB7-5FC386905CEE}" type="presOf" srcId="{F6896E21-F60A-4653-8C3C-BF1D0DAEA1B9}" destId="{F13D6C70-1DE8-4EB1-8FEB-ABC025511E70}" srcOrd="0" destOrd="0" presId="urn:microsoft.com/office/officeart/2018/2/layout/IconVerticalSolidList"/>
    <dgm:cxn modelId="{E20588E5-8910-46EF-A9AD-FE4333308A83}" type="presOf" srcId="{0F17365F-BE7C-41A0-8FCC-79ED8DB053A7}" destId="{71416A79-E42C-4CEF-823E-1628E172931F}" srcOrd="0" destOrd="0" presId="urn:microsoft.com/office/officeart/2018/2/layout/IconVerticalSolidList"/>
    <dgm:cxn modelId="{E722ECF3-869A-45BA-8B49-93F4F786044C}" srcId="{0F17365F-BE7C-41A0-8FCC-79ED8DB053A7}" destId="{A2C07D74-ECB5-445D-880C-D7C786338A72}" srcOrd="2" destOrd="0" parTransId="{D136F798-3A73-408C-B019-E89E174AE01F}" sibTransId="{A4A28EEA-9B26-426E-A44F-3E98938C814B}"/>
    <dgm:cxn modelId="{F9770CA4-7CAE-479A-8326-8CDA0EBD4DE9}" type="presParOf" srcId="{71416A79-E42C-4CEF-823E-1628E172931F}" destId="{616DC5D0-9BF1-418D-B414-A8CFFEB98189}" srcOrd="0" destOrd="0" presId="urn:microsoft.com/office/officeart/2018/2/layout/IconVerticalSolidList"/>
    <dgm:cxn modelId="{E4AC1986-A41E-40B2-8A05-95C84154EE8D}" type="presParOf" srcId="{616DC5D0-9BF1-418D-B414-A8CFFEB98189}" destId="{8926D37B-C0DC-491B-9EC7-540FAD54FB9A}" srcOrd="0" destOrd="0" presId="urn:microsoft.com/office/officeart/2018/2/layout/IconVerticalSolidList"/>
    <dgm:cxn modelId="{B4E1838C-FC78-458B-912A-CCCA63D3CFE0}" type="presParOf" srcId="{616DC5D0-9BF1-418D-B414-A8CFFEB98189}" destId="{7F74948F-CE5E-4FD4-BD83-BA185C18E177}" srcOrd="1" destOrd="0" presId="urn:microsoft.com/office/officeart/2018/2/layout/IconVerticalSolidList"/>
    <dgm:cxn modelId="{FB996438-C58C-48E3-AE8D-329BFBFADED8}" type="presParOf" srcId="{616DC5D0-9BF1-418D-B414-A8CFFEB98189}" destId="{1A7EA2F8-2500-44F2-8A64-A796DE263B18}" srcOrd="2" destOrd="0" presId="urn:microsoft.com/office/officeart/2018/2/layout/IconVerticalSolidList"/>
    <dgm:cxn modelId="{BAB630A0-8926-4306-8ED9-AA83F70680AE}" type="presParOf" srcId="{616DC5D0-9BF1-418D-B414-A8CFFEB98189}" destId="{BEA229B8-B89B-4178-B548-EE152A15D64F}" srcOrd="3" destOrd="0" presId="urn:microsoft.com/office/officeart/2018/2/layout/IconVerticalSolidList"/>
    <dgm:cxn modelId="{7B3D2D92-96A1-4BC9-83CE-96318A920326}" type="presParOf" srcId="{71416A79-E42C-4CEF-823E-1628E172931F}" destId="{9577A5A2-E06C-462C-92A7-B8035C55EB35}" srcOrd="1" destOrd="0" presId="urn:microsoft.com/office/officeart/2018/2/layout/IconVerticalSolidList"/>
    <dgm:cxn modelId="{ADF61000-82EF-4E41-B336-A130233E105D}" type="presParOf" srcId="{71416A79-E42C-4CEF-823E-1628E172931F}" destId="{C739DF1C-A55B-4A53-8758-83ABFE01A5F2}" srcOrd="2" destOrd="0" presId="urn:microsoft.com/office/officeart/2018/2/layout/IconVerticalSolidList"/>
    <dgm:cxn modelId="{8EFB95DB-7D3F-4518-9C78-530E37DBBDD2}" type="presParOf" srcId="{C739DF1C-A55B-4A53-8758-83ABFE01A5F2}" destId="{5F4B1B5E-4539-474A-8946-18820DABCF77}" srcOrd="0" destOrd="0" presId="urn:microsoft.com/office/officeart/2018/2/layout/IconVerticalSolidList"/>
    <dgm:cxn modelId="{B084CFB6-CE14-470D-8200-90B77CC2E573}" type="presParOf" srcId="{C739DF1C-A55B-4A53-8758-83ABFE01A5F2}" destId="{458FB1ED-320A-44FF-A05E-623004487570}" srcOrd="1" destOrd="0" presId="urn:microsoft.com/office/officeart/2018/2/layout/IconVerticalSolidList"/>
    <dgm:cxn modelId="{85EC94FF-10C8-4398-A95A-EF0266566FC1}" type="presParOf" srcId="{C739DF1C-A55B-4A53-8758-83ABFE01A5F2}" destId="{DB32E4AF-DB5A-4B87-8F7A-4AE5F3F73B98}" srcOrd="2" destOrd="0" presId="urn:microsoft.com/office/officeart/2018/2/layout/IconVerticalSolidList"/>
    <dgm:cxn modelId="{50D193DE-AA36-4DC7-9E1B-E54B01795242}" type="presParOf" srcId="{C739DF1C-A55B-4A53-8758-83ABFE01A5F2}" destId="{F13D6C70-1DE8-4EB1-8FEB-ABC025511E70}" srcOrd="3" destOrd="0" presId="urn:microsoft.com/office/officeart/2018/2/layout/IconVerticalSolidList"/>
    <dgm:cxn modelId="{71A31991-1FB0-43C2-AEB8-F96BB8144A50}" type="presParOf" srcId="{71416A79-E42C-4CEF-823E-1628E172931F}" destId="{F63A663C-CF7D-4210-A3D8-8AEAE7277A1F}" srcOrd="3" destOrd="0" presId="urn:microsoft.com/office/officeart/2018/2/layout/IconVerticalSolidList"/>
    <dgm:cxn modelId="{2BAD5602-A3E2-4A15-8B33-8E52A1902FDE}" type="presParOf" srcId="{71416A79-E42C-4CEF-823E-1628E172931F}" destId="{1406164D-0292-4656-9F53-FE55EE6C5CFF}" srcOrd="4" destOrd="0" presId="urn:microsoft.com/office/officeart/2018/2/layout/IconVerticalSolidList"/>
    <dgm:cxn modelId="{9ACEC60C-A95D-4D6C-8157-C39DDCD99EE3}" type="presParOf" srcId="{1406164D-0292-4656-9F53-FE55EE6C5CFF}" destId="{444A98C7-E473-486B-833E-B779D1AE5587}" srcOrd="0" destOrd="0" presId="urn:microsoft.com/office/officeart/2018/2/layout/IconVerticalSolidList"/>
    <dgm:cxn modelId="{84471306-92A4-4CDA-8828-AD049FCBEC78}" type="presParOf" srcId="{1406164D-0292-4656-9F53-FE55EE6C5CFF}" destId="{BB6AB0D1-3D2C-4E32-9173-43A7DDDD71FD}" srcOrd="1" destOrd="0" presId="urn:microsoft.com/office/officeart/2018/2/layout/IconVerticalSolidList"/>
    <dgm:cxn modelId="{ABD89C85-17FF-4837-BB44-28DD623FFD70}" type="presParOf" srcId="{1406164D-0292-4656-9F53-FE55EE6C5CFF}" destId="{39FBB864-0217-408C-AB54-E532219D53E9}" srcOrd="2" destOrd="0" presId="urn:microsoft.com/office/officeart/2018/2/layout/IconVerticalSolidList"/>
    <dgm:cxn modelId="{66116319-97C0-4FB1-BA2F-70239EFBD3E1}" type="presParOf" srcId="{1406164D-0292-4656-9F53-FE55EE6C5CFF}" destId="{A1D200C3-33A1-484B-B30E-4F6097FCE20B}" srcOrd="3" destOrd="0" presId="urn:microsoft.com/office/officeart/2018/2/layout/IconVerticalSolidList"/>
    <dgm:cxn modelId="{C9E8016D-57B7-40AA-83F7-AC9D4EBF8042}" type="presParOf" srcId="{71416A79-E42C-4CEF-823E-1628E172931F}" destId="{37A542A3-CB74-4E62-B62E-6296EDAE1D6A}" srcOrd="5" destOrd="0" presId="urn:microsoft.com/office/officeart/2018/2/layout/IconVerticalSolidList"/>
    <dgm:cxn modelId="{C55D966A-EC77-453F-9E79-F68C9792A531}" type="presParOf" srcId="{71416A79-E42C-4CEF-823E-1628E172931F}" destId="{C719FC99-8556-4945-B642-39ABF0146E01}" srcOrd="6" destOrd="0" presId="urn:microsoft.com/office/officeart/2018/2/layout/IconVerticalSolidList"/>
    <dgm:cxn modelId="{889CA676-D6BC-451B-8FA9-6E978F7356AC}" type="presParOf" srcId="{C719FC99-8556-4945-B642-39ABF0146E01}" destId="{ABB41219-7CCC-4838-939C-52C4AEF953B8}" srcOrd="0" destOrd="0" presId="urn:microsoft.com/office/officeart/2018/2/layout/IconVerticalSolidList"/>
    <dgm:cxn modelId="{19EF5F49-E04A-4C62-B74D-D82E278F7762}" type="presParOf" srcId="{C719FC99-8556-4945-B642-39ABF0146E01}" destId="{84EE0C74-10C8-4E11-8F79-765926C961AE}" srcOrd="1" destOrd="0" presId="urn:microsoft.com/office/officeart/2018/2/layout/IconVerticalSolidList"/>
    <dgm:cxn modelId="{FA3C6039-2E1F-466B-AC08-143131BAD273}" type="presParOf" srcId="{C719FC99-8556-4945-B642-39ABF0146E01}" destId="{ADBEE72F-BEC3-47C9-8A4C-6198A20BC874}" srcOrd="2" destOrd="0" presId="urn:microsoft.com/office/officeart/2018/2/layout/IconVerticalSolidList"/>
    <dgm:cxn modelId="{6FC427DE-9CFB-4C55-B521-BC09214AFD51}" type="presParOf" srcId="{C719FC99-8556-4945-B642-39ABF0146E01}" destId="{8416EDDE-E113-4BEE-8292-732DE7AB2D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734C8A-1AC7-4482-ABCB-CA937F7B5EB5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634025-5939-4720-94FA-8E974B09C4C0}">
      <dgm:prSet/>
      <dgm:spPr/>
      <dgm:t>
        <a:bodyPr/>
        <a:lstStyle/>
        <a:p>
          <a:r>
            <a:rPr lang="en-US"/>
            <a:t>• Leadership disengagement</a:t>
          </a:r>
          <a:br>
            <a:rPr lang="en-US"/>
          </a:br>
          <a:endParaRPr lang="en-US"/>
        </a:p>
      </dgm:t>
    </dgm:pt>
    <dgm:pt modelId="{10E886B5-7E5A-4BA4-AD98-D5781867981A}" type="parTrans" cxnId="{C47E20F3-7278-45AC-B956-4B5697F53B78}">
      <dgm:prSet/>
      <dgm:spPr/>
      <dgm:t>
        <a:bodyPr/>
        <a:lstStyle/>
        <a:p>
          <a:endParaRPr lang="en-US"/>
        </a:p>
      </dgm:t>
    </dgm:pt>
    <dgm:pt modelId="{477CE333-E741-41FD-8D5B-89FB8AADDDC5}" type="sibTrans" cxnId="{C47E20F3-7278-45AC-B956-4B5697F53B78}">
      <dgm:prSet/>
      <dgm:spPr/>
      <dgm:t>
        <a:bodyPr/>
        <a:lstStyle/>
        <a:p>
          <a:endParaRPr lang="en-US"/>
        </a:p>
      </dgm:t>
    </dgm:pt>
    <dgm:pt modelId="{76CFB7EF-9273-45F8-B6CD-AF56A6F475A6}">
      <dgm:prSet/>
      <dgm:spPr/>
      <dgm:t>
        <a:bodyPr/>
        <a:lstStyle/>
        <a:p>
          <a:r>
            <a:rPr lang="en-US"/>
            <a:t>• Embedded punitive norms</a:t>
          </a:r>
          <a:br>
            <a:rPr lang="en-US"/>
          </a:br>
          <a:endParaRPr lang="en-US"/>
        </a:p>
      </dgm:t>
    </dgm:pt>
    <dgm:pt modelId="{E8D02B21-C9B3-4A6D-B975-D09273897F7C}" type="parTrans" cxnId="{B63B5C78-39F0-4FEF-BFC4-DCF36DE78FB0}">
      <dgm:prSet/>
      <dgm:spPr/>
      <dgm:t>
        <a:bodyPr/>
        <a:lstStyle/>
        <a:p>
          <a:endParaRPr lang="en-US"/>
        </a:p>
      </dgm:t>
    </dgm:pt>
    <dgm:pt modelId="{093845AB-7AEC-40B0-BA1F-619587C0E143}" type="sibTrans" cxnId="{B63B5C78-39F0-4FEF-BFC4-DCF36DE78FB0}">
      <dgm:prSet/>
      <dgm:spPr/>
      <dgm:t>
        <a:bodyPr/>
        <a:lstStyle/>
        <a:p>
          <a:endParaRPr lang="en-US"/>
        </a:p>
      </dgm:t>
    </dgm:pt>
    <dgm:pt modelId="{54729F14-252E-424E-A30C-75E32465190F}">
      <dgm:prSet/>
      <dgm:spPr/>
      <dgm:t>
        <a:bodyPr/>
        <a:lstStyle/>
        <a:p>
          <a:r>
            <a:rPr lang="en-US"/>
            <a:t>• Fear and lack of safety</a:t>
          </a:r>
        </a:p>
      </dgm:t>
    </dgm:pt>
    <dgm:pt modelId="{779FBC7B-833A-49D1-BF94-94112A4855F8}" type="parTrans" cxnId="{03E990C4-D664-4DEB-BCC8-48BC4433451A}">
      <dgm:prSet/>
      <dgm:spPr/>
      <dgm:t>
        <a:bodyPr/>
        <a:lstStyle/>
        <a:p>
          <a:endParaRPr lang="en-US"/>
        </a:p>
      </dgm:t>
    </dgm:pt>
    <dgm:pt modelId="{3931AD3B-256C-4147-901E-372EA6A08ECF}" type="sibTrans" cxnId="{03E990C4-D664-4DEB-BCC8-48BC4433451A}">
      <dgm:prSet/>
      <dgm:spPr/>
      <dgm:t>
        <a:bodyPr/>
        <a:lstStyle/>
        <a:p>
          <a:endParaRPr lang="en-US"/>
        </a:p>
      </dgm:t>
    </dgm:pt>
    <dgm:pt modelId="{833886A5-C493-4096-8BBF-7A32F829A5AD}">
      <dgm:prSet/>
      <dgm:spPr/>
      <dgm:t>
        <a:bodyPr/>
        <a:lstStyle/>
        <a:p>
          <a:r>
            <a:rPr lang="en-US"/>
            <a:t>• Inconsistent behavioral responses</a:t>
          </a:r>
          <a:br>
            <a:rPr lang="en-US"/>
          </a:br>
          <a:endParaRPr lang="en-US"/>
        </a:p>
      </dgm:t>
    </dgm:pt>
    <dgm:pt modelId="{9DBE5300-97E0-4D4B-BCEB-512A5B1224CD}" type="parTrans" cxnId="{963CE5EB-075D-45D1-8B8B-33D6FB056E99}">
      <dgm:prSet/>
      <dgm:spPr/>
      <dgm:t>
        <a:bodyPr/>
        <a:lstStyle/>
        <a:p>
          <a:endParaRPr lang="en-US"/>
        </a:p>
      </dgm:t>
    </dgm:pt>
    <dgm:pt modelId="{9A82FC80-891C-45DD-8528-094D468C4F5F}" type="sibTrans" cxnId="{963CE5EB-075D-45D1-8B8B-33D6FB056E99}">
      <dgm:prSet/>
      <dgm:spPr/>
      <dgm:t>
        <a:bodyPr/>
        <a:lstStyle/>
        <a:p>
          <a:endParaRPr lang="en-US"/>
        </a:p>
      </dgm:t>
    </dgm:pt>
    <dgm:pt modelId="{4E22C2F9-8BB2-498A-B8C3-36C674DDAD38}">
      <dgm:prSet/>
      <dgm:spPr/>
      <dgm:t>
        <a:bodyPr/>
        <a:lstStyle/>
        <a:p>
          <a:r>
            <a:rPr lang="en-US"/>
            <a:t>• Weak systems</a:t>
          </a:r>
          <a:br>
            <a:rPr lang="en-US"/>
          </a:br>
          <a:endParaRPr lang="en-US"/>
        </a:p>
      </dgm:t>
    </dgm:pt>
    <dgm:pt modelId="{672AC7DA-DD09-4066-BCC3-AB87B5764A99}" type="parTrans" cxnId="{49962A3A-FC48-4838-AFFF-55CF29AE5D1A}">
      <dgm:prSet/>
      <dgm:spPr/>
      <dgm:t>
        <a:bodyPr/>
        <a:lstStyle/>
        <a:p>
          <a:endParaRPr lang="en-US"/>
        </a:p>
      </dgm:t>
    </dgm:pt>
    <dgm:pt modelId="{B0194F5B-0722-46C0-BBF2-42B112889DBE}" type="sibTrans" cxnId="{49962A3A-FC48-4838-AFFF-55CF29AE5D1A}">
      <dgm:prSet/>
      <dgm:spPr/>
      <dgm:t>
        <a:bodyPr/>
        <a:lstStyle/>
        <a:p>
          <a:endParaRPr lang="en-US"/>
        </a:p>
      </dgm:t>
    </dgm:pt>
    <dgm:pt modelId="{7246745B-902C-41C7-8938-5ED6C1058C46}">
      <dgm:prSet/>
      <dgm:spPr/>
      <dgm:t>
        <a:bodyPr/>
        <a:lstStyle/>
        <a:p>
          <a:r>
            <a:rPr lang="en-US"/>
            <a:t>• Theory-practice gap</a:t>
          </a:r>
          <a:br>
            <a:rPr lang="en-US"/>
          </a:br>
          <a:endParaRPr lang="en-US"/>
        </a:p>
      </dgm:t>
    </dgm:pt>
    <dgm:pt modelId="{AF25A9A8-2CDA-4594-81DF-96E50485EBDC}" type="parTrans" cxnId="{65EB9529-C1BC-4B04-AAAC-31421A7E9147}">
      <dgm:prSet/>
      <dgm:spPr/>
      <dgm:t>
        <a:bodyPr/>
        <a:lstStyle/>
        <a:p>
          <a:endParaRPr lang="en-US"/>
        </a:p>
      </dgm:t>
    </dgm:pt>
    <dgm:pt modelId="{F0A7277A-010C-48E5-9A94-934D0E3FB796}" type="sibTrans" cxnId="{65EB9529-C1BC-4B04-AAAC-31421A7E9147}">
      <dgm:prSet/>
      <dgm:spPr/>
      <dgm:t>
        <a:bodyPr/>
        <a:lstStyle/>
        <a:p>
          <a:endParaRPr lang="en-US"/>
        </a:p>
      </dgm:t>
    </dgm:pt>
    <dgm:pt modelId="{5694C1A9-C148-4995-87FF-6419EFA35B59}">
      <dgm:prSet/>
      <dgm:spPr/>
      <dgm:t>
        <a:bodyPr/>
        <a:lstStyle/>
        <a:p>
          <a:r>
            <a:rPr lang="en-US"/>
            <a:t>• Slow pace of change</a:t>
          </a:r>
        </a:p>
      </dgm:t>
    </dgm:pt>
    <dgm:pt modelId="{E23A17DC-A78D-4C2A-9723-1D60A93E7891}" type="parTrans" cxnId="{3573296C-1D34-4C61-B078-EDA79CDF0F2D}">
      <dgm:prSet/>
      <dgm:spPr/>
      <dgm:t>
        <a:bodyPr/>
        <a:lstStyle/>
        <a:p>
          <a:endParaRPr lang="en-US"/>
        </a:p>
      </dgm:t>
    </dgm:pt>
    <dgm:pt modelId="{25026B9A-5ED4-442C-B5AD-BA416913BE44}" type="sibTrans" cxnId="{3573296C-1D34-4C61-B078-EDA79CDF0F2D}">
      <dgm:prSet/>
      <dgm:spPr/>
      <dgm:t>
        <a:bodyPr/>
        <a:lstStyle/>
        <a:p>
          <a:endParaRPr lang="en-US"/>
        </a:p>
      </dgm:t>
    </dgm:pt>
    <dgm:pt modelId="{B6953CB0-BC4F-434E-BC07-DEB486199D6B}" type="pres">
      <dgm:prSet presAssocID="{F9734C8A-1AC7-4482-ABCB-CA937F7B5EB5}" presName="diagram" presStyleCnt="0">
        <dgm:presLayoutVars>
          <dgm:dir/>
          <dgm:resizeHandles val="exact"/>
        </dgm:presLayoutVars>
      </dgm:prSet>
      <dgm:spPr/>
    </dgm:pt>
    <dgm:pt modelId="{8AC1256B-B413-B047-B6FD-FD152CD99C13}" type="pres">
      <dgm:prSet presAssocID="{41634025-5939-4720-94FA-8E974B09C4C0}" presName="node" presStyleLbl="node1" presStyleIdx="0" presStyleCnt="7">
        <dgm:presLayoutVars>
          <dgm:bulletEnabled val="1"/>
        </dgm:presLayoutVars>
      </dgm:prSet>
      <dgm:spPr/>
    </dgm:pt>
    <dgm:pt modelId="{163655C0-A073-2943-ACFA-07E01FD40D54}" type="pres">
      <dgm:prSet presAssocID="{477CE333-E741-41FD-8D5B-89FB8AADDDC5}" presName="sibTrans" presStyleCnt="0"/>
      <dgm:spPr/>
    </dgm:pt>
    <dgm:pt modelId="{0D579E9E-58FA-914E-9630-72908CD84A2A}" type="pres">
      <dgm:prSet presAssocID="{76CFB7EF-9273-45F8-B6CD-AF56A6F475A6}" presName="node" presStyleLbl="node1" presStyleIdx="1" presStyleCnt="7">
        <dgm:presLayoutVars>
          <dgm:bulletEnabled val="1"/>
        </dgm:presLayoutVars>
      </dgm:prSet>
      <dgm:spPr/>
    </dgm:pt>
    <dgm:pt modelId="{A5D5076C-1447-7E4F-B402-F56796F7EE4A}" type="pres">
      <dgm:prSet presAssocID="{093845AB-7AEC-40B0-BA1F-619587C0E143}" presName="sibTrans" presStyleCnt="0"/>
      <dgm:spPr/>
    </dgm:pt>
    <dgm:pt modelId="{FB225985-4062-0144-9E69-25F9AD6BBA2F}" type="pres">
      <dgm:prSet presAssocID="{54729F14-252E-424E-A30C-75E32465190F}" presName="node" presStyleLbl="node1" presStyleIdx="2" presStyleCnt="7">
        <dgm:presLayoutVars>
          <dgm:bulletEnabled val="1"/>
        </dgm:presLayoutVars>
      </dgm:prSet>
      <dgm:spPr/>
    </dgm:pt>
    <dgm:pt modelId="{4CB5F513-6561-DE4E-9012-5E3B6F96E20F}" type="pres">
      <dgm:prSet presAssocID="{3931AD3B-256C-4147-901E-372EA6A08ECF}" presName="sibTrans" presStyleCnt="0"/>
      <dgm:spPr/>
    </dgm:pt>
    <dgm:pt modelId="{46DAE592-646C-3249-BFC5-34E4FA40A7FD}" type="pres">
      <dgm:prSet presAssocID="{833886A5-C493-4096-8BBF-7A32F829A5AD}" presName="node" presStyleLbl="node1" presStyleIdx="3" presStyleCnt="7">
        <dgm:presLayoutVars>
          <dgm:bulletEnabled val="1"/>
        </dgm:presLayoutVars>
      </dgm:prSet>
      <dgm:spPr/>
    </dgm:pt>
    <dgm:pt modelId="{4D69ABD4-9F58-0649-99A6-AD87CE762CA6}" type="pres">
      <dgm:prSet presAssocID="{9A82FC80-891C-45DD-8528-094D468C4F5F}" presName="sibTrans" presStyleCnt="0"/>
      <dgm:spPr/>
    </dgm:pt>
    <dgm:pt modelId="{CAD52155-3734-D343-9F05-142E3CA0C4E8}" type="pres">
      <dgm:prSet presAssocID="{4E22C2F9-8BB2-498A-B8C3-36C674DDAD38}" presName="node" presStyleLbl="node1" presStyleIdx="4" presStyleCnt="7">
        <dgm:presLayoutVars>
          <dgm:bulletEnabled val="1"/>
        </dgm:presLayoutVars>
      </dgm:prSet>
      <dgm:spPr/>
    </dgm:pt>
    <dgm:pt modelId="{C7FFD6B3-48B1-E948-9A40-BDD61D42DFE2}" type="pres">
      <dgm:prSet presAssocID="{B0194F5B-0722-46C0-BBF2-42B112889DBE}" presName="sibTrans" presStyleCnt="0"/>
      <dgm:spPr/>
    </dgm:pt>
    <dgm:pt modelId="{9B1AFDE1-6B85-B648-BCF2-0B811B34C135}" type="pres">
      <dgm:prSet presAssocID="{7246745B-902C-41C7-8938-5ED6C1058C46}" presName="node" presStyleLbl="node1" presStyleIdx="5" presStyleCnt="7">
        <dgm:presLayoutVars>
          <dgm:bulletEnabled val="1"/>
        </dgm:presLayoutVars>
      </dgm:prSet>
      <dgm:spPr/>
    </dgm:pt>
    <dgm:pt modelId="{DAD157B3-DDA8-204C-A7A5-5D16459E4D4E}" type="pres">
      <dgm:prSet presAssocID="{F0A7277A-010C-48E5-9A94-934D0E3FB796}" presName="sibTrans" presStyleCnt="0"/>
      <dgm:spPr/>
    </dgm:pt>
    <dgm:pt modelId="{CA8EC8D0-6F5E-0E46-B8F3-C098B09FF09E}" type="pres">
      <dgm:prSet presAssocID="{5694C1A9-C148-4995-87FF-6419EFA35B59}" presName="node" presStyleLbl="node1" presStyleIdx="6" presStyleCnt="7">
        <dgm:presLayoutVars>
          <dgm:bulletEnabled val="1"/>
        </dgm:presLayoutVars>
      </dgm:prSet>
      <dgm:spPr/>
    </dgm:pt>
  </dgm:ptLst>
  <dgm:cxnLst>
    <dgm:cxn modelId="{E8364303-6BAF-A343-998D-FAA470BF6D76}" type="presOf" srcId="{7246745B-902C-41C7-8938-5ED6C1058C46}" destId="{9B1AFDE1-6B85-B648-BCF2-0B811B34C135}" srcOrd="0" destOrd="0" presId="urn:microsoft.com/office/officeart/2005/8/layout/default"/>
    <dgm:cxn modelId="{D5DBF813-5C31-164E-B793-1F75738C9106}" type="presOf" srcId="{41634025-5939-4720-94FA-8E974B09C4C0}" destId="{8AC1256B-B413-B047-B6FD-FD152CD99C13}" srcOrd="0" destOrd="0" presId="urn:microsoft.com/office/officeart/2005/8/layout/default"/>
    <dgm:cxn modelId="{5B80211F-C6D1-3C41-8693-D4DB61760BF4}" type="presOf" srcId="{76CFB7EF-9273-45F8-B6CD-AF56A6F475A6}" destId="{0D579E9E-58FA-914E-9630-72908CD84A2A}" srcOrd="0" destOrd="0" presId="urn:microsoft.com/office/officeart/2005/8/layout/default"/>
    <dgm:cxn modelId="{2A838B22-245F-8845-A44A-111884E40B9C}" type="presOf" srcId="{833886A5-C493-4096-8BBF-7A32F829A5AD}" destId="{46DAE592-646C-3249-BFC5-34E4FA40A7FD}" srcOrd="0" destOrd="0" presId="urn:microsoft.com/office/officeart/2005/8/layout/default"/>
    <dgm:cxn modelId="{65EB9529-C1BC-4B04-AAAC-31421A7E9147}" srcId="{F9734C8A-1AC7-4482-ABCB-CA937F7B5EB5}" destId="{7246745B-902C-41C7-8938-5ED6C1058C46}" srcOrd="5" destOrd="0" parTransId="{AF25A9A8-2CDA-4594-81DF-96E50485EBDC}" sibTransId="{F0A7277A-010C-48E5-9A94-934D0E3FB796}"/>
    <dgm:cxn modelId="{49962A3A-FC48-4838-AFFF-55CF29AE5D1A}" srcId="{F9734C8A-1AC7-4482-ABCB-CA937F7B5EB5}" destId="{4E22C2F9-8BB2-498A-B8C3-36C674DDAD38}" srcOrd="4" destOrd="0" parTransId="{672AC7DA-DD09-4066-BCC3-AB87B5764A99}" sibTransId="{B0194F5B-0722-46C0-BBF2-42B112889DBE}"/>
    <dgm:cxn modelId="{3573296C-1D34-4C61-B078-EDA79CDF0F2D}" srcId="{F9734C8A-1AC7-4482-ABCB-CA937F7B5EB5}" destId="{5694C1A9-C148-4995-87FF-6419EFA35B59}" srcOrd="6" destOrd="0" parTransId="{E23A17DC-A78D-4C2A-9723-1D60A93E7891}" sibTransId="{25026B9A-5ED4-442C-B5AD-BA416913BE44}"/>
    <dgm:cxn modelId="{B0DD3978-0DFB-9944-80EC-5CF6E9D159F4}" type="presOf" srcId="{5694C1A9-C148-4995-87FF-6419EFA35B59}" destId="{CA8EC8D0-6F5E-0E46-B8F3-C098B09FF09E}" srcOrd="0" destOrd="0" presId="urn:microsoft.com/office/officeart/2005/8/layout/default"/>
    <dgm:cxn modelId="{B63B5C78-39F0-4FEF-BFC4-DCF36DE78FB0}" srcId="{F9734C8A-1AC7-4482-ABCB-CA937F7B5EB5}" destId="{76CFB7EF-9273-45F8-B6CD-AF56A6F475A6}" srcOrd="1" destOrd="0" parTransId="{E8D02B21-C9B3-4A6D-B975-D09273897F7C}" sibTransId="{093845AB-7AEC-40B0-BA1F-619587C0E143}"/>
    <dgm:cxn modelId="{869799B3-9ABB-784B-B47D-24A124D907A8}" type="presOf" srcId="{54729F14-252E-424E-A30C-75E32465190F}" destId="{FB225985-4062-0144-9E69-25F9AD6BBA2F}" srcOrd="0" destOrd="0" presId="urn:microsoft.com/office/officeart/2005/8/layout/default"/>
    <dgm:cxn modelId="{03E990C4-D664-4DEB-BCC8-48BC4433451A}" srcId="{F9734C8A-1AC7-4482-ABCB-CA937F7B5EB5}" destId="{54729F14-252E-424E-A30C-75E32465190F}" srcOrd="2" destOrd="0" parTransId="{779FBC7B-833A-49D1-BF94-94112A4855F8}" sibTransId="{3931AD3B-256C-4147-901E-372EA6A08ECF}"/>
    <dgm:cxn modelId="{963CE5EB-075D-45D1-8B8B-33D6FB056E99}" srcId="{F9734C8A-1AC7-4482-ABCB-CA937F7B5EB5}" destId="{833886A5-C493-4096-8BBF-7A32F829A5AD}" srcOrd="3" destOrd="0" parTransId="{9DBE5300-97E0-4D4B-BCEB-512A5B1224CD}" sibTransId="{9A82FC80-891C-45DD-8528-094D468C4F5F}"/>
    <dgm:cxn modelId="{C47E20F3-7278-45AC-B956-4B5697F53B78}" srcId="{F9734C8A-1AC7-4482-ABCB-CA937F7B5EB5}" destId="{41634025-5939-4720-94FA-8E974B09C4C0}" srcOrd="0" destOrd="0" parTransId="{10E886B5-7E5A-4BA4-AD98-D5781867981A}" sibTransId="{477CE333-E741-41FD-8D5B-89FB8AADDDC5}"/>
    <dgm:cxn modelId="{32E0E9FB-EBF8-DC47-B9AC-D2D7B9CDB27A}" type="presOf" srcId="{F9734C8A-1AC7-4482-ABCB-CA937F7B5EB5}" destId="{B6953CB0-BC4F-434E-BC07-DEB486199D6B}" srcOrd="0" destOrd="0" presId="urn:microsoft.com/office/officeart/2005/8/layout/default"/>
    <dgm:cxn modelId="{FBFA54FD-D462-D541-BFDA-F0F2EC46F7E6}" type="presOf" srcId="{4E22C2F9-8BB2-498A-B8C3-36C674DDAD38}" destId="{CAD52155-3734-D343-9F05-142E3CA0C4E8}" srcOrd="0" destOrd="0" presId="urn:microsoft.com/office/officeart/2005/8/layout/default"/>
    <dgm:cxn modelId="{D0C7AB69-68C9-2E48-8E7C-2CC000D57DC8}" type="presParOf" srcId="{B6953CB0-BC4F-434E-BC07-DEB486199D6B}" destId="{8AC1256B-B413-B047-B6FD-FD152CD99C13}" srcOrd="0" destOrd="0" presId="urn:microsoft.com/office/officeart/2005/8/layout/default"/>
    <dgm:cxn modelId="{E771D7F5-83DD-E34C-9D84-34A3F8118EE2}" type="presParOf" srcId="{B6953CB0-BC4F-434E-BC07-DEB486199D6B}" destId="{163655C0-A073-2943-ACFA-07E01FD40D54}" srcOrd="1" destOrd="0" presId="urn:microsoft.com/office/officeart/2005/8/layout/default"/>
    <dgm:cxn modelId="{A8A79003-9D25-1248-B34A-E4E00F13B3DF}" type="presParOf" srcId="{B6953CB0-BC4F-434E-BC07-DEB486199D6B}" destId="{0D579E9E-58FA-914E-9630-72908CD84A2A}" srcOrd="2" destOrd="0" presId="urn:microsoft.com/office/officeart/2005/8/layout/default"/>
    <dgm:cxn modelId="{1DE7E2B2-106E-2244-B80C-039E8AC5FCD5}" type="presParOf" srcId="{B6953CB0-BC4F-434E-BC07-DEB486199D6B}" destId="{A5D5076C-1447-7E4F-B402-F56796F7EE4A}" srcOrd="3" destOrd="0" presId="urn:microsoft.com/office/officeart/2005/8/layout/default"/>
    <dgm:cxn modelId="{8C605F5A-1E49-DC43-81FF-CA8529E0562F}" type="presParOf" srcId="{B6953CB0-BC4F-434E-BC07-DEB486199D6B}" destId="{FB225985-4062-0144-9E69-25F9AD6BBA2F}" srcOrd="4" destOrd="0" presId="urn:microsoft.com/office/officeart/2005/8/layout/default"/>
    <dgm:cxn modelId="{6B70D3B6-2D87-E649-A093-443102A56CAA}" type="presParOf" srcId="{B6953CB0-BC4F-434E-BC07-DEB486199D6B}" destId="{4CB5F513-6561-DE4E-9012-5E3B6F96E20F}" srcOrd="5" destOrd="0" presId="urn:microsoft.com/office/officeart/2005/8/layout/default"/>
    <dgm:cxn modelId="{0CDFF052-E854-564E-AC55-64C1B433B2CB}" type="presParOf" srcId="{B6953CB0-BC4F-434E-BC07-DEB486199D6B}" destId="{46DAE592-646C-3249-BFC5-34E4FA40A7FD}" srcOrd="6" destOrd="0" presId="urn:microsoft.com/office/officeart/2005/8/layout/default"/>
    <dgm:cxn modelId="{C7B0A3FF-260C-0D40-AD91-872029DCB2E9}" type="presParOf" srcId="{B6953CB0-BC4F-434E-BC07-DEB486199D6B}" destId="{4D69ABD4-9F58-0649-99A6-AD87CE762CA6}" srcOrd="7" destOrd="0" presId="urn:microsoft.com/office/officeart/2005/8/layout/default"/>
    <dgm:cxn modelId="{23931682-3492-7D48-A6C7-84DA007DFDAC}" type="presParOf" srcId="{B6953CB0-BC4F-434E-BC07-DEB486199D6B}" destId="{CAD52155-3734-D343-9F05-142E3CA0C4E8}" srcOrd="8" destOrd="0" presId="urn:microsoft.com/office/officeart/2005/8/layout/default"/>
    <dgm:cxn modelId="{A880F1FF-ECC3-7A4C-AE8C-9BF7E6C72B44}" type="presParOf" srcId="{B6953CB0-BC4F-434E-BC07-DEB486199D6B}" destId="{C7FFD6B3-48B1-E948-9A40-BDD61D42DFE2}" srcOrd="9" destOrd="0" presId="urn:microsoft.com/office/officeart/2005/8/layout/default"/>
    <dgm:cxn modelId="{A8B9F6B9-CDDB-6547-B39E-CFD1CADBC793}" type="presParOf" srcId="{B6953CB0-BC4F-434E-BC07-DEB486199D6B}" destId="{9B1AFDE1-6B85-B648-BCF2-0B811B34C135}" srcOrd="10" destOrd="0" presId="urn:microsoft.com/office/officeart/2005/8/layout/default"/>
    <dgm:cxn modelId="{43D33710-EFF2-A74C-88BA-0C1BB0E56A96}" type="presParOf" srcId="{B6953CB0-BC4F-434E-BC07-DEB486199D6B}" destId="{DAD157B3-DDA8-204C-A7A5-5D16459E4D4E}" srcOrd="11" destOrd="0" presId="urn:microsoft.com/office/officeart/2005/8/layout/default"/>
    <dgm:cxn modelId="{9276BCA2-8FF4-494C-92FF-D6C776333FAC}" type="presParOf" srcId="{B6953CB0-BC4F-434E-BC07-DEB486199D6B}" destId="{CA8EC8D0-6F5E-0E46-B8F3-C098B09FF09E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22ACF-0301-4518-B068-110711734348}">
      <dsp:nvSpPr>
        <dsp:cNvPr id="0" name=""/>
        <dsp:cNvSpPr/>
      </dsp:nvSpPr>
      <dsp:spPr>
        <a:xfrm>
          <a:off x="1336986" y="312647"/>
          <a:ext cx="999073" cy="9990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55F0F-05D2-4F84-A8E1-52FC08469D6D}">
      <dsp:nvSpPr>
        <dsp:cNvPr id="0" name=""/>
        <dsp:cNvSpPr/>
      </dsp:nvSpPr>
      <dsp:spPr>
        <a:xfrm>
          <a:off x="726441" y="1626617"/>
          <a:ext cx="22201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Lack of visible engagement weakens trust</a:t>
          </a:r>
          <a:br>
            <a:rPr lang="en-US" sz="1400" kern="1200"/>
          </a:br>
          <a:endParaRPr lang="en-US" sz="1400" kern="1200"/>
        </a:p>
      </dsp:txBody>
      <dsp:txXfrm>
        <a:off x="726441" y="1626617"/>
        <a:ext cx="2220162" cy="720000"/>
      </dsp:txXfrm>
    </dsp:sp>
    <dsp:sp modelId="{980C8A84-C282-4F52-BE53-8B26B8484874}">
      <dsp:nvSpPr>
        <dsp:cNvPr id="0" name=""/>
        <dsp:cNvSpPr/>
      </dsp:nvSpPr>
      <dsp:spPr>
        <a:xfrm>
          <a:off x="3945678" y="312647"/>
          <a:ext cx="999073" cy="9990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ABB0D-4F98-4EB1-8B33-9E644FC84EAD}">
      <dsp:nvSpPr>
        <dsp:cNvPr id="0" name=""/>
        <dsp:cNvSpPr/>
      </dsp:nvSpPr>
      <dsp:spPr>
        <a:xfrm>
          <a:off x="3335133" y="1626617"/>
          <a:ext cx="22201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Inconsistent modeling of fairness</a:t>
          </a:r>
          <a:br>
            <a:rPr lang="en-US" sz="1400" kern="1200"/>
          </a:br>
          <a:endParaRPr lang="en-US" sz="1400" kern="1200"/>
        </a:p>
      </dsp:txBody>
      <dsp:txXfrm>
        <a:off x="3335133" y="1626617"/>
        <a:ext cx="2220162" cy="720000"/>
      </dsp:txXfrm>
    </dsp:sp>
    <dsp:sp modelId="{6E7739E4-BD73-4361-96DC-6E427E53D6E0}">
      <dsp:nvSpPr>
        <dsp:cNvPr id="0" name=""/>
        <dsp:cNvSpPr/>
      </dsp:nvSpPr>
      <dsp:spPr>
        <a:xfrm>
          <a:off x="1336986" y="2901657"/>
          <a:ext cx="999073" cy="9990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E58C9-B891-429C-A607-5B063013B998}">
      <dsp:nvSpPr>
        <dsp:cNvPr id="0" name=""/>
        <dsp:cNvSpPr/>
      </dsp:nvSpPr>
      <dsp:spPr>
        <a:xfrm>
          <a:off x="726441" y="4215627"/>
          <a:ext cx="22201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Competing priorities reduce safety focus</a:t>
          </a:r>
          <a:br>
            <a:rPr lang="en-US" sz="1400" kern="1200"/>
          </a:br>
          <a:endParaRPr lang="en-US" sz="1400" kern="1200"/>
        </a:p>
      </dsp:txBody>
      <dsp:txXfrm>
        <a:off x="726441" y="4215627"/>
        <a:ext cx="2220162" cy="720000"/>
      </dsp:txXfrm>
    </dsp:sp>
    <dsp:sp modelId="{CC5E8F4F-405C-4047-9952-07FA77837FC8}">
      <dsp:nvSpPr>
        <dsp:cNvPr id="0" name=""/>
        <dsp:cNvSpPr/>
      </dsp:nvSpPr>
      <dsp:spPr>
        <a:xfrm>
          <a:off x="3945678" y="2901657"/>
          <a:ext cx="999073" cy="9990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A0DDE-7C15-4387-9F9D-A4D054BEA068}">
      <dsp:nvSpPr>
        <dsp:cNvPr id="0" name=""/>
        <dsp:cNvSpPr/>
      </dsp:nvSpPr>
      <dsp:spPr>
        <a:xfrm>
          <a:off x="3335133" y="4215627"/>
          <a:ext cx="22201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Finger-pointing becomes normalized</a:t>
          </a:r>
        </a:p>
      </dsp:txBody>
      <dsp:txXfrm>
        <a:off x="3335133" y="4215627"/>
        <a:ext cx="22201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54B2D-EC8A-7E48-9ABF-887CDB36A3FD}">
      <dsp:nvSpPr>
        <dsp:cNvPr id="0" name=""/>
        <dsp:cNvSpPr/>
      </dsp:nvSpPr>
      <dsp:spPr>
        <a:xfrm>
          <a:off x="967311" y="286813"/>
          <a:ext cx="3867150" cy="3867150"/>
        </a:xfrm>
        <a:prstGeom prst="pie">
          <a:avLst>
            <a:gd name="adj1" fmla="val 16200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Institutional norms resist change</a:t>
          </a:r>
          <a:br>
            <a:rPr lang="en-US" sz="1500" kern="1200"/>
          </a:br>
          <a:endParaRPr lang="en-US" sz="1500" kern="1200"/>
        </a:p>
      </dsp:txBody>
      <dsp:txXfrm>
        <a:off x="2945082" y="1002236"/>
        <a:ext cx="1427162" cy="1150937"/>
      </dsp:txXfrm>
    </dsp:sp>
    <dsp:sp modelId="{3E20779D-EF0F-E146-B8F9-8C24EDCD1169}">
      <dsp:nvSpPr>
        <dsp:cNvPr id="0" name=""/>
        <dsp:cNvSpPr/>
      </dsp:nvSpPr>
      <dsp:spPr>
        <a:xfrm>
          <a:off x="804338" y="449786"/>
          <a:ext cx="3867150" cy="3867150"/>
        </a:xfrm>
        <a:prstGeom prst="pie">
          <a:avLst>
            <a:gd name="adj1" fmla="val 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Theory does not match practice</a:t>
          </a:r>
          <a:br>
            <a:rPr lang="en-US" sz="1500" kern="1200"/>
          </a:br>
          <a:endParaRPr lang="en-US" sz="1500" kern="1200"/>
        </a:p>
      </dsp:txBody>
      <dsp:txXfrm>
        <a:off x="2806969" y="2452417"/>
        <a:ext cx="1427162" cy="1150937"/>
      </dsp:txXfrm>
    </dsp:sp>
    <dsp:sp modelId="{517B3CE9-1E9A-744A-9B9F-08058BC70965}">
      <dsp:nvSpPr>
        <dsp:cNvPr id="0" name=""/>
        <dsp:cNvSpPr/>
      </dsp:nvSpPr>
      <dsp:spPr>
        <a:xfrm>
          <a:off x="804338" y="449786"/>
          <a:ext cx="3867150" cy="3867150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Local history shapes response to change</a:t>
          </a:r>
          <a:br>
            <a:rPr lang="en-US" sz="1500" kern="1200"/>
          </a:br>
          <a:endParaRPr lang="en-US" sz="1500" kern="1200"/>
        </a:p>
      </dsp:txBody>
      <dsp:txXfrm>
        <a:off x="1241694" y="2452417"/>
        <a:ext cx="1427162" cy="1150937"/>
      </dsp:txXfrm>
    </dsp:sp>
    <dsp:sp modelId="{1F402ECA-66B2-2C4F-BCBF-96DD5D542D94}">
      <dsp:nvSpPr>
        <dsp:cNvPr id="0" name=""/>
        <dsp:cNvSpPr/>
      </dsp:nvSpPr>
      <dsp:spPr>
        <a:xfrm>
          <a:off x="804338" y="449786"/>
          <a:ext cx="3867150" cy="386715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"Gap between knowledge and application delays reporting"</a:t>
          </a:r>
        </a:p>
      </dsp:txBody>
      <dsp:txXfrm>
        <a:off x="1241694" y="1163367"/>
        <a:ext cx="1427162" cy="11509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A0E9A-359E-4342-8230-85BA2CB59872}">
      <dsp:nvSpPr>
        <dsp:cNvPr id="0" name=""/>
        <dsp:cNvSpPr/>
      </dsp:nvSpPr>
      <dsp:spPr>
        <a:xfrm>
          <a:off x="0" y="1910"/>
          <a:ext cx="5638800" cy="968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E78B8-8D7E-4BA7-BEAB-238142298F59}">
      <dsp:nvSpPr>
        <dsp:cNvPr id="0" name=""/>
        <dsp:cNvSpPr/>
      </dsp:nvSpPr>
      <dsp:spPr>
        <a:xfrm>
          <a:off x="292942" y="219802"/>
          <a:ext cx="532623" cy="532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DF6C6-ACFC-4360-AD30-46094C9E4F05}">
      <dsp:nvSpPr>
        <dsp:cNvPr id="0" name=""/>
        <dsp:cNvSpPr/>
      </dsp:nvSpPr>
      <dsp:spPr>
        <a:xfrm>
          <a:off x="1118508" y="1910"/>
          <a:ext cx="4520291" cy="96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490" tIns="102490" rIns="102490" bIns="1024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Fear of blame reduces disclosure</a:t>
          </a:r>
          <a:br>
            <a:rPr lang="en-US" sz="1800" kern="1200"/>
          </a:br>
          <a:endParaRPr lang="en-US" sz="1800" kern="1200"/>
        </a:p>
      </dsp:txBody>
      <dsp:txXfrm>
        <a:off x="1118508" y="1910"/>
        <a:ext cx="4520291" cy="968406"/>
      </dsp:txXfrm>
    </dsp:sp>
    <dsp:sp modelId="{CCF9621A-4EA8-4F47-89A0-9B34C37FCCB1}">
      <dsp:nvSpPr>
        <dsp:cNvPr id="0" name=""/>
        <dsp:cNvSpPr/>
      </dsp:nvSpPr>
      <dsp:spPr>
        <a:xfrm>
          <a:off x="0" y="1212418"/>
          <a:ext cx="5638800" cy="968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EB541-CE6D-436C-BA34-75E68F8581FE}">
      <dsp:nvSpPr>
        <dsp:cNvPr id="0" name=""/>
        <dsp:cNvSpPr/>
      </dsp:nvSpPr>
      <dsp:spPr>
        <a:xfrm>
          <a:off x="292942" y="1430309"/>
          <a:ext cx="532623" cy="532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87675-9947-4EEC-B7F3-0B4B0F030A0B}">
      <dsp:nvSpPr>
        <dsp:cNvPr id="0" name=""/>
        <dsp:cNvSpPr/>
      </dsp:nvSpPr>
      <dsp:spPr>
        <a:xfrm>
          <a:off x="1118508" y="1212418"/>
          <a:ext cx="4520291" cy="96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490" tIns="102490" rIns="102490" bIns="1024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Punitive responses create silence</a:t>
          </a:r>
          <a:br>
            <a:rPr lang="en-US" sz="1800" kern="1200"/>
          </a:br>
          <a:endParaRPr lang="en-US" sz="1800" kern="1200"/>
        </a:p>
      </dsp:txBody>
      <dsp:txXfrm>
        <a:off x="1118508" y="1212418"/>
        <a:ext cx="4520291" cy="968406"/>
      </dsp:txXfrm>
    </dsp:sp>
    <dsp:sp modelId="{EFB85BD8-B19B-4042-812F-C40509B2DC97}">
      <dsp:nvSpPr>
        <dsp:cNvPr id="0" name=""/>
        <dsp:cNvSpPr/>
      </dsp:nvSpPr>
      <dsp:spPr>
        <a:xfrm>
          <a:off x="0" y="2422925"/>
          <a:ext cx="5638800" cy="968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3C118-85D3-400A-9C5A-A61B51185FC6}">
      <dsp:nvSpPr>
        <dsp:cNvPr id="0" name=""/>
        <dsp:cNvSpPr/>
      </dsp:nvSpPr>
      <dsp:spPr>
        <a:xfrm>
          <a:off x="292942" y="2640817"/>
          <a:ext cx="532623" cy="532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0A9CB-5BCC-4855-883E-898C4A20B881}">
      <dsp:nvSpPr>
        <dsp:cNvPr id="0" name=""/>
        <dsp:cNvSpPr/>
      </dsp:nvSpPr>
      <dsp:spPr>
        <a:xfrm>
          <a:off x="1118508" y="2422925"/>
          <a:ext cx="4520291" cy="96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490" tIns="102490" rIns="102490" bIns="1024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No harm mindset ignores risky behavior</a:t>
          </a:r>
          <a:br>
            <a:rPr lang="en-US" sz="1800" kern="1200"/>
          </a:br>
          <a:endParaRPr lang="en-US" sz="1800" kern="1200"/>
        </a:p>
      </dsp:txBody>
      <dsp:txXfrm>
        <a:off x="1118508" y="2422925"/>
        <a:ext cx="4520291" cy="968406"/>
      </dsp:txXfrm>
    </dsp:sp>
    <dsp:sp modelId="{5551FE07-B948-427A-9E30-CC43FE2209C7}">
      <dsp:nvSpPr>
        <dsp:cNvPr id="0" name=""/>
        <dsp:cNvSpPr/>
      </dsp:nvSpPr>
      <dsp:spPr>
        <a:xfrm>
          <a:off x="0" y="3633433"/>
          <a:ext cx="5638800" cy="9684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C05E8-BD60-4BD9-AE1B-B998639EF3C7}">
      <dsp:nvSpPr>
        <dsp:cNvPr id="0" name=""/>
        <dsp:cNvSpPr/>
      </dsp:nvSpPr>
      <dsp:spPr>
        <a:xfrm>
          <a:off x="292942" y="3851324"/>
          <a:ext cx="532623" cy="532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3328F-E789-410C-A49F-B1CD62112114}">
      <dsp:nvSpPr>
        <dsp:cNvPr id="0" name=""/>
        <dsp:cNvSpPr/>
      </dsp:nvSpPr>
      <dsp:spPr>
        <a:xfrm>
          <a:off x="1118508" y="3633433"/>
          <a:ext cx="4520291" cy="96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490" tIns="102490" rIns="102490" bIns="10249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Learning stops when staff stay silent</a:t>
          </a:r>
        </a:p>
      </dsp:txBody>
      <dsp:txXfrm>
        <a:off x="1118508" y="3633433"/>
        <a:ext cx="4520291" cy="968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C0D67-66F0-3640-A072-D87BA32A9C8E}">
      <dsp:nvSpPr>
        <dsp:cNvPr id="0" name=""/>
        <dsp:cNvSpPr/>
      </dsp:nvSpPr>
      <dsp:spPr>
        <a:xfrm>
          <a:off x="0" y="0"/>
          <a:ext cx="8461246" cy="9186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Misjudging behaviors leads to unfair outcomes</a:t>
          </a:r>
          <a:br>
            <a:rPr lang="en-US" sz="2200" kern="1200"/>
          </a:br>
          <a:endParaRPr lang="en-US" sz="2200" kern="1200"/>
        </a:p>
      </dsp:txBody>
      <dsp:txXfrm>
        <a:off x="26905" y="26905"/>
        <a:ext cx="7392380" cy="864792"/>
      </dsp:txXfrm>
    </dsp:sp>
    <dsp:sp modelId="{DE06198B-C2DA-BA4A-8BF9-3D6A3367316F}">
      <dsp:nvSpPr>
        <dsp:cNvPr id="0" name=""/>
        <dsp:cNvSpPr/>
      </dsp:nvSpPr>
      <dsp:spPr>
        <a:xfrm>
          <a:off x="708629" y="1085621"/>
          <a:ext cx="8461246" cy="9186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Human error vs at-risk behavior vs reckless conduct</a:t>
          </a:r>
          <a:br>
            <a:rPr lang="en-US" sz="2200" kern="1200"/>
          </a:br>
          <a:endParaRPr lang="en-US" sz="2200" kern="1200"/>
        </a:p>
      </dsp:txBody>
      <dsp:txXfrm>
        <a:off x="735534" y="1112526"/>
        <a:ext cx="7101715" cy="864792"/>
      </dsp:txXfrm>
    </dsp:sp>
    <dsp:sp modelId="{68EC5289-3E75-204A-A234-8906E23C7507}">
      <dsp:nvSpPr>
        <dsp:cNvPr id="0" name=""/>
        <dsp:cNvSpPr/>
      </dsp:nvSpPr>
      <dsp:spPr>
        <a:xfrm>
          <a:off x="1406682" y="2171243"/>
          <a:ext cx="8461246" cy="9186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Inconsistency erodes credibility</a:t>
          </a:r>
          <a:br>
            <a:rPr lang="en-US" sz="2200" kern="1200"/>
          </a:br>
          <a:endParaRPr lang="en-US" sz="2200" kern="1200"/>
        </a:p>
      </dsp:txBody>
      <dsp:txXfrm>
        <a:off x="1433587" y="2198148"/>
        <a:ext cx="7112291" cy="864792"/>
      </dsp:txXfrm>
    </dsp:sp>
    <dsp:sp modelId="{8906ED83-D455-3B49-9B83-E8842757AE4A}">
      <dsp:nvSpPr>
        <dsp:cNvPr id="0" name=""/>
        <dsp:cNvSpPr/>
      </dsp:nvSpPr>
      <dsp:spPr>
        <a:xfrm>
          <a:off x="2115311" y="3256865"/>
          <a:ext cx="8461246" cy="9186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Requires training and structured review</a:t>
          </a:r>
        </a:p>
      </dsp:txBody>
      <dsp:txXfrm>
        <a:off x="2142216" y="3283770"/>
        <a:ext cx="7101715" cy="864792"/>
      </dsp:txXfrm>
    </dsp:sp>
    <dsp:sp modelId="{6F94A0D9-AC6A-FD4C-9373-7A967BC16AA1}">
      <dsp:nvSpPr>
        <dsp:cNvPr id="0" name=""/>
        <dsp:cNvSpPr/>
      </dsp:nvSpPr>
      <dsp:spPr>
        <a:xfrm>
          <a:off x="7864154" y="703566"/>
          <a:ext cx="597091" cy="597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98499" y="703566"/>
        <a:ext cx="328401" cy="449311"/>
      </dsp:txXfrm>
    </dsp:sp>
    <dsp:sp modelId="{56493C67-D117-A94D-9443-3BDF9CCF855F}">
      <dsp:nvSpPr>
        <dsp:cNvPr id="0" name=""/>
        <dsp:cNvSpPr/>
      </dsp:nvSpPr>
      <dsp:spPr>
        <a:xfrm>
          <a:off x="8572783" y="1789188"/>
          <a:ext cx="597091" cy="597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707128" y="1789188"/>
        <a:ext cx="328401" cy="449311"/>
      </dsp:txXfrm>
    </dsp:sp>
    <dsp:sp modelId="{6E49FD8A-06FC-4148-AE2E-E5DEF2D596A4}">
      <dsp:nvSpPr>
        <dsp:cNvPr id="0" name=""/>
        <dsp:cNvSpPr/>
      </dsp:nvSpPr>
      <dsp:spPr>
        <a:xfrm>
          <a:off x="9270836" y="2874809"/>
          <a:ext cx="597091" cy="59709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405181" y="2874809"/>
        <a:ext cx="328401" cy="4493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790B-772A-4ADD-851F-DEFD5A530671}">
      <dsp:nvSpPr>
        <dsp:cNvPr id="0" name=""/>
        <dsp:cNvSpPr/>
      </dsp:nvSpPr>
      <dsp:spPr>
        <a:xfrm>
          <a:off x="75346" y="1183998"/>
          <a:ext cx="726558" cy="72655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AFF642-F276-45D6-9775-2D0A1AF6B0A0}">
      <dsp:nvSpPr>
        <dsp:cNvPr id="0" name=""/>
        <dsp:cNvSpPr/>
      </dsp:nvSpPr>
      <dsp:spPr>
        <a:xfrm>
          <a:off x="227923" y="1336575"/>
          <a:ext cx="421403" cy="4214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91BF8-6675-47D5-9DDC-CBBC4C4D1266}">
      <dsp:nvSpPr>
        <dsp:cNvPr id="0" name=""/>
        <dsp:cNvSpPr/>
      </dsp:nvSpPr>
      <dsp:spPr>
        <a:xfrm>
          <a:off x="957595" y="1183998"/>
          <a:ext cx="1712601" cy="726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Weak reporting systems create barriers</a:t>
          </a:r>
          <a:br>
            <a:rPr lang="en-US" sz="1300" kern="1200"/>
          </a:br>
          <a:endParaRPr lang="en-US" sz="1300" kern="1200"/>
        </a:p>
      </dsp:txBody>
      <dsp:txXfrm>
        <a:off x="957595" y="1183998"/>
        <a:ext cx="1712601" cy="726558"/>
      </dsp:txXfrm>
    </dsp:sp>
    <dsp:sp modelId="{EDE18BF7-9640-424E-B11C-DCF91587BFD8}">
      <dsp:nvSpPr>
        <dsp:cNvPr id="0" name=""/>
        <dsp:cNvSpPr/>
      </dsp:nvSpPr>
      <dsp:spPr>
        <a:xfrm>
          <a:off x="2968603" y="1183998"/>
          <a:ext cx="726558" cy="72655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AF69B9-A34F-4C43-9CD7-4D1679780E7C}">
      <dsp:nvSpPr>
        <dsp:cNvPr id="0" name=""/>
        <dsp:cNvSpPr/>
      </dsp:nvSpPr>
      <dsp:spPr>
        <a:xfrm>
          <a:off x="3121181" y="1336575"/>
          <a:ext cx="421403" cy="4214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D5CA9-7AE7-4A5C-9A76-B56CC7EC1127}">
      <dsp:nvSpPr>
        <dsp:cNvPr id="0" name=""/>
        <dsp:cNvSpPr/>
      </dsp:nvSpPr>
      <dsp:spPr>
        <a:xfrm>
          <a:off x="3850852" y="1183998"/>
          <a:ext cx="1712601" cy="726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Poor processes incentivize shortcuts</a:t>
          </a:r>
          <a:br>
            <a:rPr lang="en-US" sz="1300" kern="1200"/>
          </a:br>
          <a:endParaRPr lang="en-US" sz="1300" kern="1200"/>
        </a:p>
      </dsp:txBody>
      <dsp:txXfrm>
        <a:off x="3850852" y="1183998"/>
        <a:ext cx="1712601" cy="726558"/>
      </dsp:txXfrm>
    </dsp:sp>
    <dsp:sp modelId="{3C18F189-C22F-47B4-904C-E28824EB404F}">
      <dsp:nvSpPr>
        <dsp:cNvPr id="0" name=""/>
        <dsp:cNvSpPr/>
      </dsp:nvSpPr>
      <dsp:spPr>
        <a:xfrm>
          <a:off x="75346" y="2693193"/>
          <a:ext cx="726558" cy="72655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1DE88-0D42-4EB0-832F-EDA189CE93D0}">
      <dsp:nvSpPr>
        <dsp:cNvPr id="0" name=""/>
        <dsp:cNvSpPr/>
      </dsp:nvSpPr>
      <dsp:spPr>
        <a:xfrm>
          <a:off x="227923" y="2845770"/>
          <a:ext cx="421403" cy="4214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0FA28-6510-44C2-9FED-BCB750A61F97}">
      <dsp:nvSpPr>
        <dsp:cNvPr id="0" name=""/>
        <dsp:cNvSpPr/>
      </dsp:nvSpPr>
      <dsp:spPr>
        <a:xfrm>
          <a:off x="957595" y="2693193"/>
          <a:ext cx="1712601" cy="726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Financial and operational pressures dominate</a:t>
          </a:r>
          <a:br>
            <a:rPr lang="en-US" sz="1300" kern="1200"/>
          </a:br>
          <a:endParaRPr lang="en-US" sz="1300" kern="1200"/>
        </a:p>
      </dsp:txBody>
      <dsp:txXfrm>
        <a:off x="957595" y="2693193"/>
        <a:ext cx="1712601" cy="726558"/>
      </dsp:txXfrm>
    </dsp:sp>
    <dsp:sp modelId="{6B65D69B-EA1C-4B9F-AF68-619EE8217074}">
      <dsp:nvSpPr>
        <dsp:cNvPr id="0" name=""/>
        <dsp:cNvSpPr/>
      </dsp:nvSpPr>
      <dsp:spPr>
        <a:xfrm>
          <a:off x="2968603" y="2693193"/>
          <a:ext cx="726558" cy="72655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C2044-A22E-4336-9FB4-CE30BB7B9D40}">
      <dsp:nvSpPr>
        <dsp:cNvPr id="0" name=""/>
        <dsp:cNvSpPr/>
      </dsp:nvSpPr>
      <dsp:spPr>
        <a:xfrm>
          <a:off x="3121181" y="2845770"/>
          <a:ext cx="421403" cy="4214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CFD36-BBA9-4E31-8FA7-053D8354663A}">
      <dsp:nvSpPr>
        <dsp:cNvPr id="0" name=""/>
        <dsp:cNvSpPr/>
      </dsp:nvSpPr>
      <dsp:spPr>
        <a:xfrm>
          <a:off x="3850852" y="2693193"/>
          <a:ext cx="1712601" cy="726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"System redesign reduces harm"</a:t>
          </a:r>
        </a:p>
      </dsp:txBody>
      <dsp:txXfrm>
        <a:off x="3850852" y="2693193"/>
        <a:ext cx="1712601" cy="7265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D37B-C0DC-491B-9EC7-540FAD54FB9A}">
      <dsp:nvSpPr>
        <dsp:cNvPr id="0" name=""/>
        <dsp:cNvSpPr/>
      </dsp:nvSpPr>
      <dsp:spPr>
        <a:xfrm>
          <a:off x="0" y="1732"/>
          <a:ext cx="10576558" cy="878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4948F-CE5E-4FD4-BD83-BA185C18E177}">
      <dsp:nvSpPr>
        <dsp:cNvPr id="0" name=""/>
        <dsp:cNvSpPr/>
      </dsp:nvSpPr>
      <dsp:spPr>
        <a:xfrm>
          <a:off x="265690" y="199354"/>
          <a:ext cx="483073" cy="4830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229B8-B89B-4178-B548-EE152A15D64F}">
      <dsp:nvSpPr>
        <dsp:cNvPr id="0" name=""/>
        <dsp:cNvSpPr/>
      </dsp:nvSpPr>
      <dsp:spPr>
        <a:xfrm>
          <a:off x="1014455" y="1732"/>
          <a:ext cx="9562102" cy="878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5" tIns="92955" rIns="92955" bIns="929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"Culture change evolves incrementally through repeated behaviors"</a:t>
          </a:r>
          <a:br>
            <a:rPr lang="en-US" sz="2200" kern="1200"/>
          </a:br>
          <a:endParaRPr lang="en-US" sz="2200" kern="1200"/>
        </a:p>
      </dsp:txBody>
      <dsp:txXfrm>
        <a:off x="1014455" y="1732"/>
        <a:ext cx="9562102" cy="878316"/>
      </dsp:txXfrm>
    </dsp:sp>
    <dsp:sp modelId="{5F4B1B5E-4539-474A-8946-18820DABCF77}">
      <dsp:nvSpPr>
        <dsp:cNvPr id="0" name=""/>
        <dsp:cNvSpPr/>
      </dsp:nvSpPr>
      <dsp:spPr>
        <a:xfrm>
          <a:off x="0" y="1099628"/>
          <a:ext cx="10576558" cy="878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FB1ED-320A-44FF-A05E-623004487570}">
      <dsp:nvSpPr>
        <dsp:cNvPr id="0" name=""/>
        <dsp:cNvSpPr/>
      </dsp:nvSpPr>
      <dsp:spPr>
        <a:xfrm>
          <a:off x="265690" y="1297249"/>
          <a:ext cx="483073" cy="4830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D6C70-1DE8-4EB1-8FEB-ABC025511E70}">
      <dsp:nvSpPr>
        <dsp:cNvPr id="0" name=""/>
        <dsp:cNvSpPr/>
      </dsp:nvSpPr>
      <dsp:spPr>
        <a:xfrm>
          <a:off x="1014455" y="1099628"/>
          <a:ext cx="9562102" cy="878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5" tIns="92955" rIns="92955" bIns="929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Corporate timelines expect quick results</a:t>
          </a:r>
          <a:br>
            <a:rPr lang="en-US" sz="2200" kern="1200"/>
          </a:br>
          <a:endParaRPr lang="en-US" sz="2200" kern="1200"/>
        </a:p>
      </dsp:txBody>
      <dsp:txXfrm>
        <a:off x="1014455" y="1099628"/>
        <a:ext cx="9562102" cy="878316"/>
      </dsp:txXfrm>
    </dsp:sp>
    <dsp:sp modelId="{444A98C7-E473-486B-833E-B779D1AE5587}">
      <dsp:nvSpPr>
        <dsp:cNvPr id="0" name=""/>
        <dsp:cNvSpPr/>
      </dsp:nvSpPr>
      <dsp:spPr>
        <a:xfrm>
          <a:off x="0" y="2197523"/>
          <a:ext cx="10576558" cy="878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AB0D1-3D2C-4E32-9173-43A7DDDD71FD}">
      <dsp:nvSpPr>
        <dsp:cNvPr id="0" name=""/>
        <dsp:cNvSpPr/>
      </dsp:nvSpPr>
      <dsp:spPr>
        <a:xfrm>
          <a:off x="265690" y="2395144"/>
          <a:ext cx="483073" cy="4830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200C3-33A1-484B-B30E-4F6097FCE20B}">
      <dsp:nvSpPr>
        <dsp:cNvPr id="0" name=""/>
        <dsp:cNvSpPr/>
      </dsp:nvSpPr>
      <dsp:spPr>
        <a:xfrm>
          <a:off x="1014455" y="2197523"/>
          <a:ext cx="9562102" cy="878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5" tIns="92955" rIns="92955" bIns="929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Culture timelines span years</a:t>
          </a:r>
          <a:br>
            <a:rPr lang="en-US" sz="2200" kern="1200"/>
          </a:br>
          <a:endParaRPr lang="en-US" sz="2200" kern="1200"/>
        </a:p>
      </dsp:txBody>
      <dsp:txXfrm>
        <a:off x="1014455" y="2197523"/>
        <a:ext cx="9562102" cy="878316"/>
      </dsp:txXfrm>
    </dsp:sp>
    <dsp:sp modelId="{ABB41219-7CCC-4838-939C-52C4AEF953B8}">
      <dsp:nvSpPr>
        <dsp:cNvPr id="0" name=""/>
        <dsp:cNvSpPr/>
      </dsp:nvSpPr>
      <dsp:spPr>
        <a:xfrm>
          <a:off x="0" y="3295418"/>
          <a:ext cx="10576558" cy="8783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E0C74-10C8-4E11-8F79-765926C961AE}">
      <dsp:nvSpPr>
        <dsp:cNvPr id="0" name=""/>
        <dsp:cNvSpPr/>
      </dsp:nvSpPr>
      <dsp:spPr>
        <a:xfrm>
          <a:off x="265690" y="3493039"/>
          <a:ext cx="483073" cy="4830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6EDDE-E113-4BEE-8292-732DE7AB2DF4}">
      <dsp:nvSpPr>
        <dsp:cNvPr id="0" name=""/>
        <dsp:cNvSpPr/>
      </dsp:nvSpPr>
      <dsp:spPr>
        <a:xfrm>
          <a:off x="1014455" y="3295418"/>
          <a:ext cx="9562102" cy="878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955" tIns="92955" rIns="92955" bIns="929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Only 30% of transformations succeed</a:t>
          </a:r>
        </a:p>
      </dsp:txBody>
      <dsp:txXfrm>
        <a:off x="1014455" y="3295418"/>
        <a:ext cx="9562102" cy="8783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1256B-B413-B047-B6FD-FD152CD99C13}">
      <dsp:nvSpPr>
        <dsp:cNvPr id="0" name=""/>
        <dsp:cNvSpPr/>
      </dsp:nvSpPr>
      <dsp:spPr>
        <a:xfrm>
          <a:off x="3098" y="489888"/>
          <a:ext cx="2458223" cy="14749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Leadership disengagement</a:t>
          </a:r>
          <a:br>
            <a:rPr lang="en-US" sz="2400" kern="1200"/>
          </a:br>
          <a:endParaRPr lang="en-US" sz="2400" kern="1200"/>
        </a:p>
      </dsp:txBody>
      <dsp:txXfrm>
        <a:off x="3098" y="489888"/>
        <a:ext cx="2458223" cy="1474934"/>
      </dsp:txXfrm>
    </dsp:sp>
    <dsp:sp modelId="{0D579E9E-58FA-914E-9630-72908CD84A2A}">
      <dsp:nvSpPr>
        <dsp:cNvPr id="0" name=""/>
        <dsp:cNvSpPr/>
      </dsp:nvSpPr>
      <dsp:spPr>
        <a:xfrm>
          <a:off x="2707144" y="489888"/>
          <a:ext cx="2458223" cy="1474934"/>
        </a:xfrm>
        <a:prstGeom prst="rect">
          <a:avLst/>
        </a:prstGeom>
        <a:solidFill>
          <a:schemeClr val="accent2">
            <a:hueOff val="284763"/>
            <a:satOff val="-2371"/>
            <a:lumOff val="30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Embedded punitive norms</a:t>
          </a:r>
          <a:br>
            <a:rPr lang="en-US" sz="2400" kern="1200"/>
          </a:br>
          <a:endParaRPr lang="en-US" sz="2400" kern="1200"/>
        </a:p>
      </dsp:txBody>
      <dsp:txXfrm>
        <a:off x="2707144" y="489888"/>
        <a:ext cx="2458223" cy="1474934"/>
      </dsp:txXfrm>
    </dsp:sp>
    <dsp:sp modelId="{FB225985-4062-0144-9E69-25F9AD6BBA2F}">
      <dsp:nvSpPr>
        <dsp:cNvPr id="0" name=""/>
        <dsp:cNvSpPr/>
      </dsp:nvSpPr>
      <dsp:spPr>
        <a:xfrm>
          <a:off x="5411190" y="489888"/>
          <a:ext cx="2458223" cy="1474934"/>
        </a:xfrm>
        <a:prstGeom prst="rect">
          <a:avLst/>
        </a:prstGeom>
        <a:solidFill>
          <a:schemeClr val="accent2">
            <a:hueOff val="569526"/>
            <a:satOff val="-4743"/>
            <a:lumOff val="60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Fear and lack of safety</a:t>
          </a:r>
        </a:p>
      </dsp:txBody>
      <dsp:txXfrm>
        <a:off x="5411190" y="489888"/>
        <a:ext cx="2458223" cy="1474934"/>
      </dsp:txXfrm>
    </dsp:sp>
    <dsp:sp modelId="{46DAE592-646C-3249-BFC5-34E4FA40A7FD}">
      <dsp:nvSpPr>
        <dsp:cNvPr id="0" name=""/>
        <dsp:cNvSpPr/>
      </dsp:nvSpPr>
      <dsp:spPr>
        <a:xfrm>
          <a:off x="8115235" y="489888"/>
          <a:ext cx="2458223" cy="1474934"/>
        </a:xfrm>
        <a:prstGeom prst="rect">
          <a:avLst/>
        </a:prstGeom>
        <a:solidFill>
          <a:schemeClr val="accent2">
            <a:hueOff val="854290"/>
            <a:satOff val="-7114"/>
            <a:lumOff val="902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Inconsistent behavioral responses</a:t>
          </a:r>
          <a:br>
            <a:rPr lang="en-US" sz="2400" kern="1200"/>
          </a:br>
          <a:endParaRPr lang="en-US" sz="2400" kern="1200"/>
        </a:p>
      </dsp:txBody>
      <dsp:txXfrm>
        <a:off x="8115235" y="489888"/>
        <a:ext cx="2458223" cy="1474934"/>
      </dsp:txXfrm>
    </dsp:sp>
    <dsp:sp modelId="{CAD52155-3734-D343-9F05-142E3CA0C4E8}">
      <dsp:nvSpPr>
        <dsp:cNvPr id="0" name=""/>
        <dsp:cNvSpPr/>
      </dsp:nvSpPr>
      <dsp:spPr>
        <a:xfrm>
          <a:off x="1355121" y="2210645"/>
          <a:ext cx="2458223" cy="1474934"/>
        </a:xfrm>
        <a:prstGeom prst="rect">
          <a:avLst/>
        </a:prstGeom>
        <a:solidFill>
          <a:schemeClr val="accent2">
            <a:hueOff val="1139053"/>
            <a:satOff val="-9485"/>
            <a:lumOff val="120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Weak systems</a:t>
          </a:r>
          <a:br>
            <a:rPr lang="en-US" sz="2400" kern="1200"/>
          </a:br>
          <a:endParaRPr lang="en-US" sz="2400" kern="1200"/>
        </a:p>
      </dsp:txBody>
      <dsp:txXfrm>
        <a:off x="1355121" y="2210645"/>
        <a:ext cx="2458223" cy="1474934"/>
      </dsp:txXfrm>
    </dsp:sp>
    <dsp:sp modelId="{9B1AFDE1-6B85-B648-BCF2-0B811B34C135}">
      <dsp:nvSpPr>
        <dsp:cNvPr id="0" name=""/>
        <dsp:cNvSpPr/>
      </dsp:nvSpPr>
      <dsp:spPr>
        <a:xfrm>
          <a:off x="4059167" y="2210645"/>
          <a:ext cx="2458223" cy="1474934"/>
        </a:xfrm>
        <a:prstGeom prst="rect">
          <a:avLst/>
        </a:prstGeom>
        <a:solidFill>
          <a:schemeClr val="accent2">
            <a:hueOff val="1423816"/>
            <a:satOff val="-11857"/>
            <a:lumOff val="150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Theory-practice gap</a:t>
          </a:r>
          <a:br>
            <a:rPr lang="en-US" sz="2400" kern="1200"/>
          </a:br>
          <a:endParaRPr lang="en-US" sz="2400" kern="1200"/>
        </a:p>
      </dsp:txBody>
      <dsp:txXfrm>
        <a:off x="4059167" y="2210645"/>
        <a:ext cx="2458223" cy="1474934"/>
      </dsp:txXfrm>
    </dsp:sp>
    <dsp:sp modelId="{CA8EC8D0-6F5E-0E46-B8F3-C098B09FF09E}">
      <dsp:nvSpPr>
        <dsp:cNvPr id="0" name=""/>
        <dsp:cNvSpPr/>
      </dsp:nvSpPr>
      <dsp:spPr>
        <a:xfrm>
          <a:off x="6763213" y="2210645"/>
          <a:ext cx="2458223" cy="1474934"/>
        </a:xfrm>
        <a:prstGeom prst="rect">
          <a:avLst/>
        </a:prstGeom>
        <a:solidFill>
          <a:schemeClr val="accent2">
            <a:hueOff val="1708579"/>
            <a:satOff val="-14228"/>
            <a:lumOff val="180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Slow pace of change</a:t>
          </a:r>
        </a:p>
      </dsp:txBody>
      <dsp:txXfrm>
        <a:off x="6763213" y="2210645"/>
        <a:ext cx="2458223" cy="1474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4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60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2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0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9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4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9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4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8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B1C26-8AEE-6944-8C4D-9AFB0249C79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86789-A6E0-7A44-8618-A3623A4E0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6B41E-43B0-9FFC-B043-07569385F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61838"/>
            <a:ext cx="6959446" cy="1662475"/>
          </a:xfrm>
        </p:spPr>
        <p:txBody>
          <a:bodyPr>
            <a:normAutofit/>
          </a:bodyPr>
          <a:lstStyle/>
          <a:p>
            <a:r>
              <a:rPr lang="en-US" sz="3700"/>
              <a:t>Establishing a Just, Learning Culture: Barriers and Challenges to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E87AF-7148-80A6-3D0B-A46F6E89F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"/>
              <a:t>Sylvester Brandon
</a:t>
            </a:r>
          </a:p>
          <a:p>
            <a:pPr>
              <a:lnSpc>
                <a:spcPct val="90000"/>
              </a:lnSpc>
            </a:pPr>
            <a:r>
              <a:rPr lang="en-US" sz="800"/>
              <a:t>CSD380-H307
</a:t>
            </a:r>
          </a:p>
          <a:p>
            <a:pPr>
              <a:lnSpc>
                <a:spcPct val="90000"/>
              </a:lnSpc>
            </a:pPr>
            <a:r>
              <a:rPr lang="en-US" sz="800"/>
              <a:t>2/26/2026</a:t>
            </a:r>
          </a:p>
        </p:txBody>
      </p:sp>
    </p:spTree>
    <p:extLst>
      <p:ext uri="{BB962C8B-B14F-4D97-AF65-F5344CB8AC3E}">
        <p14:creationId xmlns:p14="http://schemas.microsoft.com/office/powerpoint/2010/main" val="164665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5B03A-6F5C-2482-5899-9CADF482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Learning Objectives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39A2-6586-F12F-120C-7789A8732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2249046"/>
            <a:ext cx="6123783" cy="380276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/>
              <a:t>• Define just culture as a framework for balanced accountability</a:t>
            </a:r>
          </a:p>
          <a:p>
            <a:pPr marL="0" indent="0">
              <a:buNone/>
            </a:pPr>
            <a:r>
              <a:rPr lang="en-US" sz="1600"/>
              <a:t>• Identify key implementation barriers</a:t>
            </a:r>
          </a:p>
          <a:p>
            <a:pPr marL="0" indent="0">
              <a:buNone/>
            </a:pPr>
            <a:r>
              <a:rPr lang="en-US" sz="1600"/>
              <a:t>• Understand why cultural transformation is slow
• Recognize leadership and systemic challenges</a:t>
            </a:r>
          </a:p>
          <a:p>
            <a:r>
              <a:rPr lang="en-US" sz="1600"/>
              <a:t>"Just culture fosters trust, openness, accountability, and learning"</a:t>
            </a:r>
          </a:p>
        </p:txBody>
      </p:sp>
    </p:spTree>
    <p:extLst>
      <p:ext uri="{BB962C8B-B14F-4D97-AF65-F5344CB8AC3E}">
        <p14:creationId xmlns:p14="http://schemas.microsoft.com/office/powerpoint/2010/main" val="103575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4C340-F439-3D49-E5FF-5EA08A7D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chemeClr val="tx1"/>
                </a:solidFill>
              </a:rPr>
              <a:t>What Is Just Culture?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0CFE7-4FDC-3840-522D-25AD3033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4" y="960120"/>
            <a:ext cx="5511800" cy="4171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Balanced Accountability Model:</a:t>
            </a:r>
          </a:p>
          <a:p>
            <a:pPr marL="0" indent="0">
              <a:buNone/>
            </a:pPr>
            <a:r>
              <a:rPr lang="en-US" dirty="0"/>
              <a:t>• Human Error: Console, redesign system
</a:t>
            </a:r>
            <a:br>
              <a:rPr lang="en-US" dirty="0"/>
            </a:br>
            <a:r>
              <a:rPr lang="en-US" dirty="0"/>
              <a:t>• At-Risk Behavior: Coach, remove risk incentives
</a:t>
            </a:r>
          </a:p>
          <a:p>
            <a:pPr marL="0" indent="0">
              <a:buNone/>
            </a:pPr>
            <a:r>
              <a:rPr lang="en-US" dirty="0"/>
              <a:t>• Reckless Conduct: Discipline, Shifts from blame to learning
Encourages reporting without fear</a:t>
            </a:r>
          </a:p>
        </p:txBody>
      </p:sp>
    </p:spTree>
    <p:extLst>
      <p:ext uri="{BB962C8B-B14F-4D97-AF65-F5344CB8AC3E}">
        <p14:creationId xmlns:p14="http://schemas.microsoft.com/office/powerpoint/2010/main" val="125674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BFBE-A0F6-A64B-4CAC-4B262B86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The Persistence of Punitive Culture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DBC3-D1A4-3436-E98C-3CB0FB552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2249046"/>
            <a:ext cx="6123783" cy="380276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/>
              <a:t>Staff Perception of Non-Punitive Response:</a:t>
            </a:r>
          </a:p>
          <a:p>
            <a:pPr marL="0" indent="0">
              <a:buNone/>
            </a:pPr>
            <a:r>
              <a:rPr lang="en-US" sz="1600"/>
              <a:t>• 2007: 43%
• 2024: 60%</a:t>
            </a:r>
          </a:p>
          <a:p>
            <a:pPr marL="0" indent="0">
              <a:buNone/>
            </a:pPr>
            <a:r>
              <a:rPr lang="en-US" sz="1600"/>
              <a:t>• 13% gain over 17 years</a:t>
            </a:r>
          </a:p>
          <a:p>
            <a:pPr marL="0" indent="0">
              <a:buNone/>
            </a:pPr>
            <a:r>
              <a:rPr lang="en-US" sz="1600"/>
              <a:t>• Progress stalled after 2021</a:t>
            </a:r>
          </a:p>
          <a:p>
            <a:r>
              <a:rPr lang="en-US" sz="1600"/>
              <a:t>"Punishment discourages transparency and learning"</a:t>
            </a:r>
          </a:p>
        </p:txBody>
      </p:sp>
    </p:spTree>
    <p:extLst>
      <p:ext uri="{BB962C8B-B14F-4D97-AF65-F5344CB8AC3E}">
        <p14:creationId xmlns:p14="http://schemas.microsoft.com/office/powerpoint/2010/main" val="93874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48F2-A532-83D5-A479-C54C1399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1: Leadership Disengagement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E3DD0C6-68C4-437B-A786-100FF66E8B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69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53F0-BD80-B2F1-0772-535C874E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en-US" sz="3700"/>
              <a:t>Barrier 2: Deeply Embedded Cultural Norms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3CF7F2-5C38-03B1-F633-EE1F03BEF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71956"/>
              </p:ext>
            </p:extLst>
          </p:nvPr>
        </p:nvGraphicFramePr>
        <p:xfrm>
          <a:off x="5440363" y="1125538"/>
          <a:ext cx="56388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107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8252-C693-AE2B-89A7-F513FB44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700"/>
              <a:t>Barrier 3: Fear and Psychological Safety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7A2D89-A461-079E-8347-040747FDD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166972"/>
              </p:ext>
            </p:extLst>
          </p:nvPr>
        </p:nvGraphicFramePr>
        <p:xfrm>
          <a:off x="5440363" y="1125538"/>
          <a:ext cx="56388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626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589B-7513-183C-017C-E3FFCB15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Barrier 4: Difficulty Distinguishing Behaviors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413B4A-A434-2AD3-F6FB-B985AF80FA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650517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441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693D-0739-1A4C-46B0-A6A309B8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/>
              <a:t>Barrier 5: Inadequate Systems and Competing Priorities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033129-0085-89D1-5C5D-EFB3FBEA2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100783"/>
              </p:ext>
            </p:extLst>
          </p:nvPr>
        </p:nvGraphicFramePr>
        <p:xfrm>
          <a:off x="5440363" y="1125538"/>
          <a:ext cx="5638800" cy="460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102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2CE7-2589-3ABA-27AF-0A612A8A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Barrier 6: Education-Practice Gap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A5DDCB-257B-4E98-A608-BFB00C6D5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2249046"/>
            <a:ext cx="6123783" cy="3802762"/>
          </a:xfrm>
        </p:spPr>
        <p:txBody>
          <a:bodyPr anchor="t">
            <a:normAutofit/>
          </a:bodyPr>
          <a:lstStyle/>
          <a:p>
            <a:r>
              <a:rPr lang="en-US" sz="1600"/>
              <a:t>• Principles taught but hard to apply</a:t>
            </a:r>
          </a:p>
          <a:p>
            <a:r>
              <a:rPr lang="en-US" sz="1600"/>
              <a:t>• Institutional norms override theory</a:t>
            </a:r>
            <a:br>
              <a:rPr lang="en-US" sz="1600"/>
            </a:br>
            <a:endParaRPr lang="en-US" sz="1600"/>
          </a:p>
          <a:p>
            <a:r>
              <a:rPr lang="en-US" sz="1600"/>
              <a:t>Key Themes:</a:t>
            </a:r>
          </a:p>
          <a:p>
            <a:r>
              <a:rPr lang="en-US" sz="1600"/>
              <a:t> - Communication</a:t>
            </a:r>
          </a:p>
          <a:p>
            <a:r>
              <a:rPr lang="en-US" sz="1600"/>
              <a:t>  - Error reporting
  - Quality improvement
   - Fear</a:t>
            </a:r>
          </a:p>
          <a:p>
            <a:r>
              <a:rPr lang="en-US" sz="1600"/>
              <a:t>   - Fairness</a:t>
            </a:r>
          </a:p>
        </p:txBody>
      </p:sp>
    </p:spTree>
    <p:extLst>
      <p:ext uri="{BB962C8B-B14F-4D97-AF65-F5344CB8AC3E}">
        <p14:creationId xmlns:p14="http://schemas.microsoft.com/office/powerpoint/2010/main" val="63904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D855-9949-415E-2BAC-A8622407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Barrier 7: Slow Nature of Culture Change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399313-8198-30AD-FC7F-DBC37F6CE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994711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8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9925-C4EB-CB62-BA3F-4D29C77D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Summary of Key Barriers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AB0C2C-0F5A-74D1-D412-156777233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518707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5876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D12C-4217-1371-3F3F-396D22F6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928" y="1134142"/>
            <a:ext cx="3456122" cy="4589717"/>
          </a:xfrm>
        </p:spPr>
        <p:txBody>
          <a:bodyPr>
            <a:normAutofit/>
          </a:bodyPr>
          <a:lstStyle/>
          <a:p>
            <a:pPr algn="l"/>
            <a:r>
              <a:rPr lang="en-US" sz="4800"/>
              <a:t>Implications for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BF1B1-B15F-8533-3CA8-FCCE7487C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577" y="803186"/>
            <a:ext cx="5427137" cy="5248622"/>
          </a:xfrm>
        </p:spPr>
        <p:txBody>
          <a:bodyPr>
            <a:normAutofit/>
          </a:bodyPr>
          <a:lstStyle/>
          <a:p>
            <a:r>
              <a:rPr lang="en-US" sz="1600" dirty="0"/>
              <a:t>• Visible leadership modeling fairness</a:t>
            </a:r>
          </a:p>
          <a:p>
            <a:r>
              <a:rPr lang="en-US" sz="1600" dirty="0"/>
              <a:t>• Consistent response to feedback</a:t>
            </a:r>
          </a:p>
          <a:p>
            <a:r>
              <a:rPr lang="en-US" sz="1600" dirty="0"/>
              <a:t>• System redesign to reduce errors</a:t>
            </a:r>
          </a:p>
          <a:p>
            <a:r>
              <a:rPr lang="en-US" sz="1600" dirty="0"/>
              <a:t>• Ongoing education</a:t>
            </a:r>
          </a:p>
          <a:p>
            <a:r>
              <a:rPr lang="en-US" sz="1600" dirty="0"/>
              <a:t>• Sustained long-term commitment</a:t>
            </a:r>
          </a:p>
        </p:txBody>
      </p:sp>
    </p:spTree>
    <p:extLst>
      <p:ext uri="{BB962C8B-B14F-4D97-AF65-F5344CB8AC3E}">
        <p14:creationId xmlns:p14="http://schemas.microsoft.com/office/powerpoint/2010/main" val="380631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A400-613F-0850-B54C-97E675C4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6ECF5-6609-A756-20CD-B473A0903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2249046"/>
            <a:ext cx="6123783" cy="3802762"/>
          </a:xfrm>
        </p:spPr>
        <p:txBody>
          <a:bodyPr anchor="t">
            <a:normAutofit/>
          </a:bodyPr>
          <a:lstStyle/>
          <a:p>
            <a:r>
              <a:rPr lang="en-US" sz="1600"/>
              <a:t>Baker et al. (2025). Sigma Repository.</a:t>
            </a:r>
          </a:p>
          <a:p>
            <a:r>
              <a:rPr lang="en-US" sz="1600"/>
              <a:t>ECRI (2025). HealthManagement.org.</a:t>
            </a:r>
          </a:p>
          <a:p>
            <a:r>
              <a:rPr lang="en-US" sz="1600"/>
              <a:t>Lawrence (2025). Forbes.</a:t>
            </a:r>
          </a:p>
          <a:p>
            <a:r>
              <a:rPr lang="en-US" sz="1600"/>
              <a:t>McKay et al. (2025). Australasian Psychiatry.</a:t>
            </a:r>
          </a:p>
          <a:p>
            <a:r>
              <a:rPr lang="en-US" sz="1600"/>
              <a:t>Moshier &amp; Fitzpatrick (2024). Nurse Leader.</a:t>
            </a:r>
          </a:p>
        </p:txBody>
      </p:sp>
    </p:spTree>
    <p:extLst>
      <p:ext uri="{BB962C8B-B14F-4D97-AF65-F5344CB8AC3E}">
        <p14:creationId xmlns:p14="http://schemas.microsoft.com/office/powerpoint/2010/main" val="158868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8C36-7EA3-B8A5-1F5C-1F4017A5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3600">
                <a:solidFill>
                  <a:schemeClr val="accent1"/>
                </a:solidFill>
              </a:rPr>
              <a:t>References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AAF5-A9B2-941B-CED9-4870BA7A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487" y="2249046"/>
            <a:ext cx="6123783" cy="3802762"/>
          </a:xfrm>
        </p:spPr>
        <p:txBody>
          <a:bodyPr anchor="t">
            <a:normAutofit/>
          </a:bodyPr>
          <a:lstStyle/>
          <a:p>
            <a:r>
              <a:rPr lang="en-US" sz="1600"/>
              <a:t>Premuzic (2025). Forbes.</a:t>
            </a:r>
          </a:p>
          <a:p>
            <a:r>
              <a:rPr lang="en-US" sz="1600"/>
              <a:t>VA Health System (2024). Federal Practitioner.</a:t>
            </a:r>
          </a:p>
          <a:p>
            <a:r>
              <a:rPr lang="en-US" sz="1600"/>
              <a:t>Van Marum et al. (2022). Journal of Patient Safety.</a:t>
            </a:r>
          </a:p>
          <a:p>
            <a:r>
              <a:rPr lang="en-US" sz="1600"/>
              <a:t>Table 1: Themes in just culture implementation. PMC.</a:t>
            </a:r>
          </a:p>
        </p:txBody>
      </p:sp>
    </p:spTree>
    <p:extLst>
      <p:ext uri="{BB962C8B-B14F-4D97-AF65-F5344CB8AC3E}">
        <p14:creationId xmlns:p14="http://schemas.microsoft.com/office/powerpoint/2010/main" val="3152647703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8</TotalTime>
  <Words>545</Words>
  <Application>Microsoft Macintosh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 Light</vt:lpstr>
      <vt:lpstr>Rockwell</vt:lpstr>
      <vt:lpstr>Wingdings</vt:lpstr>
      <vt:lpstr>Atlas</vt:lpstr>
      <vt:lpstr>Establishing a Just, Learning Culture: Barriers and Challenges to Implementation</vt:lpstr>
      <vt:lpstr>Learning Objectives</vt:lpstr>
      <vt:lpstr>What Is Just Culture?</vt:lpstr>
      <vt:lpstr>The Persistence of Punitive Culture</vt:lpstr>
      <vt:lpstr>Barrier 1: Leadership Disengagement</vt:lpstr>
      <vt:lpstr>Barrier 2: Deeply Embedded Cultural Norms</vt:lpstr>
      <vt:lpstr>Barrier 3: Fear and Psychological Safety</vt:lpstr>
      <vt:lpstr>Barrier 4: Difficulty Distinguishing Behaviors</vt:lpstr>
      <vt:lpstr>Barrier 5: Inadequate Systems and Competing Priorities</vt:lpstr>
      <vt:lpstr>Barrier 6: Education-Practice Gap</vt:lpstr>
      <vt:lpstr>Barrier 7: Slow Nature of Culture Change</vt:lpstr>
      <vt:lpstr>Summary of Key Barriers</vt:lpstr>
      <vt:lpstr>Implications for Practice</vt:lpstr>
      <vt:lpstr>References</vt:lpstr>
      <vt:lpstr>References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Sylvester Brandon</dc:creator>
  <cp:lastModifiedBy>Sylvester Brandon</cp:lastModifiedBy>
  <cp:revision>2</cp:revision>
  <dcterms:created xsi:type="dcterms:W3CDTF">2026-02-27T00:18:57Z</dcterms:created>
  <dcterms:modified xsi:type="dcterms:W3CDTF">2026-02-27T00:27:48Z</dcterms:modified>
</cp:coreProperties>
</file>