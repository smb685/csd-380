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94692"/>
  </p:normalViewPr>
  <p:slideViewPr>
    <p:cSldViewPr snapToGrid="0">
      <p:cViewPr varScale="1">
        <p:scale>
          <a:sx n="124" d="100"/>
          <a:sy n="124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D18748-08EA-4725-8377-B09B59E989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3C692A-31E3-453D-9216-537C41326C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Lead Time</a:t>
          </a:r>
          <a:br>
            <a:rPr lang="en-US" dirty="0"/>
          </a:br>
          <a:r>
            <a:rPr lang="en-US" dirty="0"/>
            <a:t>• Starts when the customer request is made</a:t>
          </a:r>
          <a:br>
            <a:rPr lang="en-US" dirty="0"/>
          </a:br>
          <a:r>
            <a:rPr lang="en-US" dirty="0"/>
            <a:t>• Ends when the request is fulfilled</a:t>
          </a:r>
          <a:br>
            <a:rPr lang="en-US" dirty="0"/>
          </a:br>
          <a:r>
            <a:rPr lang="en-US" dirty="0"/>
            <a:t>• Includes wait/queue time and active work time</a:t>
          </a:r>
        </a:p>
      </dgm:t>
    </dgm:pt>
    <dgm:pt modelId="{3E47EC68-F66E-4A31-A799-C5596F8A6BF7}" type="parTrans" cxnId="{F645E7E3-03F3-4E1F-B8A9-91204484FEAB}">
      <dgm:prSet/>
      <dgm:spPr/>
      <dgm:t>
        <a:bodyPr/>
        <a:lstStyle/>
        <a:p>
          <a:endParaRPr lang="en-US"/>
        </a:p>
      </dgm:t>
    </dgm:pt>
    <dgm:pt modelId="{CAC4D2B3-838F-4C9C-9953-0FFF4F638F38}" type="sibTrans" cxnId="{F645E7E3-03F3-4E1F-B8A9-91204484FEAB}">
      <dgm:prSet/>
      <dgm:spPr/>
      <dgm:t>
        <a:bodyPr/>
        <a:lstStyle/>
        <a:p>
          <a:endParaRPr lang="en-US"/>
        </a:p>
      </dgm:t>
    </dgm:pt>
    <dgm:pt modelId="{01B86ABE-2AA9-4796-B901-8289E843D1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Processing Time</a:t>
          </a:r>
          <a:br>
            <a:rPr lang="en-US" dirty="0"/>
          </a:br>
          <a:r>
            <a:rPr lang="en-US" dirty="0"/>
            <a:t>• Starts when work actually begins</a:t>
          </a:r>
          <a:br>
            <a:rPr lang="en-US" dirty="0"/>
          </a:br>
          <a:r>
            <a:rPr lang="en-US" dirty="0"/>
            <a:t>• Only includes the time spent actively working</a:t>
          </a:r>
        </a:p>
      </dgm:t>
    </dgm:pt>
    <dgm:pt modelId="{0FC5CEDD-AAE0-463A-8B49-2D1CCF7CD53B}" type="parTrans" cxnId="{D9781356-ED41-469B-8562-6740003D2424}">
      <dgm:prSet/>
      <dgm:spPr/>
      <dgm:t>
        <a:bodyPr/>
        <a:lstStyle/>
        <a:p>
          <a:endParaRPr lang="en-US"/>
        </a:p>
      </dgm:t>
    </dgm:pt>
    <dgm:pt modelId="{C4D3AA57-F7FF-4357-9EA1-20A6E3701745}" type="sibTrans" cxnId="{D9781356-ED41-469B-8562-6740003D2424}">
      <dgm:prSet/>
      <dgm:spPr/>
      <dgm:t>
        <a:bodyPr/>
        <a:lstStyle/>
        <a:p>
          <a:endParaRPr lang="en-US"/>
        </a:p>
      </dgm:t>
    </dgm:pt>
    <dgm:pt modelId="{42729ADD-08A8-447F-9AEB-58D29222CC79}" type="pres">
      <dgm:prSet presAssocID="{13D18748-08EA-4725-8377-B09B59E9897D}" presName="root" presStyleCnt="0">
        <dgm:presLayoutVars>
          <dgm:dir/>
          <dgm:resizeHandles val="exact"/>
        </dgm:presLayoutVars>
      </dgm:prSet>
      <dgm:spPr/>
    </dgm:pt>
    <dgm:pt modelId="{7F24AEB1-537B-4050-AC85-16D2A5936517}" type="pres">
      <dgm:prSet presAssocID="{6B3C692A-31E3-453D-9216-537C41326CF4}" presName="compNode" presStyleCnt="0"/>
      <dgm:spPr/>
    </dgm:pt>
    <dgm:pt modelId="{4C620F15-DBED-48EC-8C81-5D5B21E13171}" type="pres">
      <dgm:prSet presAssocID="{6B3C692A-31E3-453D-9216-537C41326CF4}" presName="bgRect" presStyleLbl="bgShp" presStyleIdx="0" presStyleCnt="2"/>
      <dgm:spPr/>
    </dgm:pt>
    <dgm:pt modelId="{856CE904-ACD1-44C6-87A9-0069B352E672}" type="pres">
      <dgm:prSet presAssocID="{6B3C692A-31E3-453D-9216-537C41326CF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14BB7E85-3536-4626-A959-32A0D671DA81}" type="pres">
      <dgm:prSet presAssocID="{6B3C692A-31E3-453D-9216-537C41326CF4}" presName="spaceRect" presStyleCnt="0"/>
      <dgm:spPr/>
    </dgm:pt>
    <dgm:pt modelId="{F004CFF6-C08C-4F5A-8790-B30C5B4943B1}" type="pres">
      <dgm:prSet presAssocID="{6B3C692A-31E3-453D-9216-537C41326CF4}" presName="parTx" presStyleLbl="revTx" presStyleIdx="0" presStyleCnt="2">
        <dgm:presLayoutVars>
          <dgm:chMax val="0"/>
          <dgm:chPref val="0"/>
        </dgm:presLayoutVars>
      </dgm:prSet>
      <dgm:spPr/>
    </dgm:pt>
    <dgm:pt modelId="{19625B74-6062-472D-8C63-749D5BAE6483}" type="pres">
      <dgm:prSet presAssocID="{CAC4D2B3-838F-4C9C-9953-0FFF4F638F38}" presName="sibTrans" presStyleCnt="0"/>
      <dgm:spPr/>
    </dgm:pt>
    <dgm:pt modelId="{FF640C4F-BDF1-43F3-A234-1AD6FBBC4486}" type="pres">
      <dgm:prSet presAssocID="{01B86ABE-2AA9-4796-B901-8289E843D1BD}" presName="compNode" presStyleCnt="0"/>
      <dgm:spPr/>
    </dgm:pt>
    <dgm:pt modelId="{861B1508-AA9C-451B-B82C-E192DDB78961}" type="pres">
      <dgm:prSet presAssocID="{01B86ABE-2AA9-4796-B901-8289E843D1BD}" presName="bgRect" presStyleLbl="bgShp" presStyleIdx="1" presStyleCnt="2"/>
      <dgm:spPr/>
    </dgm:pt>
    <dgm:pt modelId="{6C99F52B-7AD8-45DA-90D9-99C81E6C0E2C}" type="pres">
      <dgm:prSet presAssocID="{01B86ABE-2AA9-4796-B901-8289E843D1B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E2C72CE-9E9D-46B0-A2CB-69321B60A1E4}" type="pres">
      <dgm:prSet presAssocID="{01B86ABE-2AA9-4796-B901-8289E843D1BD}" presName="spaceRect" presStyleCnt="0"/>
      <dgm:spPr/>
    </dgm:pt>
    <dgm:pt modelId="{A9222EC5-02D7-42AB-98BD-B521F69C8BC6}" type="pres">
      <dgm:prSet presAssocID="{01B86ABE-2AA9-4796-B901-8289E843D1B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8E8DF10-09B0-4B67-9681-F217C8F2A29D}" type="presOf" srcId="{01B86ABE-2AA9-4796-B901-8289E843D1BD}" destId="{A9222EC5-02D7-42AB-98BD-B521F69C8BC6}" srcOrd="0" destOrd="0" presId="urn:microsoft.com/office/officeart/2018/2/layout/IconVerticalSolidList"/>
    <dgm:cxn modelId="{D9781356-ED41-469B-8562-6740003D2424}" srcId="{13D18748-08EA-4725-8377-B09B59E9897D}" destId="{01B86ABE-2AA9-4796-B901-8289E843D1BD}" srcOrd="1" destOrd="0" parTransId="{0FC5CEDD-AAE0-463A-8B49-2D1CCF7CD53B}" sibTransId="{C4D3AA57-F7FF-4357-9EA1-20A6E3701745}"/>
    <dgm:cxn modelId="{92265A6D-352E-463E-982F-EC9948ACC114}" type="presOf" srcId="{13D18748-08EA-4725-8377-B09B59E9897D}" destId="{42729ADD-08A8-447F-9AEB-58D29222CC79}" srcOrd="0" destOrd="0" presId="urn:microsoft.com/office/officeart/2018/2/layout/IconVerticalSolidList"/>
    <dgm:cxn modelId="{A59D7392-5FE4-4065-B195-5C23901CB746}" type="presOf" srcId="{6B3C692A-31E3-453D-9216-537C41326CF4}" destId="{F004CFF6-C08C-4F5A-8790-B30C5B4943B1}" srcOrd="0" destOrd="0" presId="urn:microsoft.com/office/officeart/2018/2/layout/IconVerticalSolidList"/>
    <dgm:cxn modelId="{F645E7E3-03F3-4E1F-B8A9-91204484FEAB}" srcId="{13D18748-08EA-4725-8377-B09B59E9897D}" destId="{6B3C692A-31E3-453D-9216-537C41326CF4}" srcOrd="0" destOrd="0" parTransId="{3E47EC68-F66E-4A31-A799-C5596F8A6BF7}" sibTransId="{CAC4D2B3-838F-4C9C-9953-0FFF4F638F38}"/>
    <dgm:cxn modelId="{C7ADEF70-B47B-4E8A-85B1-CEBB788AEDB7}" type="presParOf" srcId="{42729ADD-08A8-447F-9AEB-58D29222CC79}" destId="{7F24AEB1-537B-4050-AC85-16D2A5936517}" srcOrd="0" destOrd="0" presId="urn:microsoft.com/office/officeart/2018/2/layout/IconVerticalSolidList"/>
    <dgm:cxn modelId="{D46A605B-CBF6-4FFB-9C36-E2E29B07DD45}" type="presParOf" srcId="{7F24AEB1-537B-4050-AC85-16D2A5936517}" destId="{4C620F15-DBED-48EC-8C81-5D5B21E13171}" srcOrd="0" destOrd="0" presId="urn:microsoft.com/office/officeart/2018/2/layout/IconVerticalSolidList"/>
    <dgm:cxn modelId="{5DE20631-4BA0-449E-B886-08EE0C2BB518}" type="presParOf" srcId="{7F24AEB1-537B-4050-AC85-16D2A5936517}" destId="{856CE904-ACD1-44C6-87A9-0069B352E672}" srcOrd="1" destOrd="0" presId="urn:microsoft.com/office/officeart/2018/2/layout/IconVerticalSolidList"/>
    <dgm:cxn modelId="{E7F53EDB-98B9-4106-90A9-F9BDD81E6CF6}" type="presParOf" srcId="{7F24AEB1-537B-4050-AC85-16D2A5936517}" destId="{14BB7E85-3536-4626-A959-32A0D671DA81}" srcOrd="2" destOrd="0" presId="urn:microsoft.com/office/officeart/2018/2/layout/IconVerticalSolidList"/>
    <dgm:cxn modelId="{BDAC0C06-340A-4A44-BB34-9E7E9D38B9F5}" type="presParOf" srcId="{7F24AEB1-537B-4050-AC85-16D2A5936517}" destId="{F004CFF6-C08C-4F5A-8790-B30C5B4943B1}" srcOrd="3" destOrd="0" presId="urn:microsoft.com/office/officeart/2018/2/layout/IconVerticalSolidList"/>
    <dgm:cxn modelId="{6E5742DB-587C-4B47-A6F3-A7065BE83AFB}" type="presParOf" srcId="{42729ADD-08A8-447F-9AEB-58D29222CC79}" destId="{19625B74-6062-472D-8C63-749D5BAE6483}" srcOrd="1" destOrd="0" presId="urn:microsoft.com/office/officeart/2018/2/layout/IconVerticalSolidList"/>
    <dgm:cxn modelId="{403CC568-265C-4406-A8D8-FD3D54CF1B41}" type="presParOf" srcId="{42729ADD-08A8-447F-9AEB-58D29222CC79}" destId="{FF640C4F-BDF1-43F3-A234-1AD6FBBC4486}" srcOrd="2" destOrd="0" presId="urn:microsoft.com/office/officeart/2018/2/layout/IconVerticalSolidList"/>
    <dgm:cxn modelId="{7AFBE5DE-603E-4BE7-9D2F-B405D9851909}" type="presParOf" srcId="{FF640C4F-BDF1-43F3-A234-1AD6FBBC4486}" destId="{861B1508-AA9C-451B-B82C-E192DDB78961}" srcOrd="0" destOrd="0" presId="urn:microsoft.com/office/officeart/2018/2/layout/IconVerticalSolidList"/>
    <dgm:cxn modelId="{E4A5C7A0-96B4-4050-BDE3-E71AF1848EBE}" type="presParOf" srcId="{FF640C4F-BDF1-43F3-A234-1AD6FBBC4486}" destId="{6C99F52B-7AD8-45DA-90D9-99C81E6C0E2C}" srcOrd="1" destOrd="0" presId="urn:microsoft.com/office/officeart/2018/2/layout/IconVerticalSolidList"/>
    <dgm:cxn modelId="{E8DDE64B-0898-4542-8564-67AF25835893}" type="presParOf" srcId="{FF640C4F-BDF1-43F3-A234-1AD6FBBC4486}" destId="{0E2C72CE-9E9D-46B0-A2CB-69321B60A1E4}" srcOrd="2" destOrd="0" presId="urn:microsoft.com/office/officeart/2018/2/layout/IconVerticalSolidList"/>
    <dgm:cxn modelId="{C42198A7-ABB6-498E-BA8F-CCBA6ABA19E4}" type="presParOf" srcId="{FF640C4F-BDF1-43F3-A234-1AD6FBBC4486}" destId="{A9222EC5-02D7-42AB-98BD-B521F69C8B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B92A3-F110-425D-95E8-AE82D72DCB7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1D2B39A-BF82-4533-A2C3-7E454AA24AA0}">
      <dgm:prSet/>
      <dgm:spPr/>
      <dgm:t>
        <a:bodyPr/>
        <a:lstStyle/>
        <a:p>
          <a:r>
            <a:rPr lang="en-US" dirty="0"/>
            <a:t>• Lead time represents what the customer experiences.</a:t>
          </a:r>
          <a:br>
            <a:rPr lang="en-US" dirty="0"/>
          </a:br>
          <a:endParaRPr lang="en-US" dirty="0"/>
        </a:p>
      </dgm:t>
    </dgm:pt>
    <dgm:pt modelId="{B7FF3845-D569-4E12-A1FD-85AE3DEEDC10}" type="parTrans" cxnId="{00E934E7-4F60-4B79-A644-6993B35119D9}">
      <dgm:prSet/>
      <dgm:spPr/>
      <dgm:t>
        <a:bodyPr/>
        <a:lstStyle/>
        <a:p>
          <a:endParaRPr lang="en-US"/>
        </a:p>
      </dgm:t>
    </dgm:pt>
    <dgm:pt modelId="{69DEA2D8-5F31-41AE-BCE5-3DD6720A6EBD}" type="sibTrans" cxnId="{00E934E7-4F60-4B79-A644-6993B35119D9}">
      <dgm:prSet/>
      <dgm:spPr/>
      <dgm:t>
        <a:bodyPr/>
        <a:lstStyle/>
        <a:p>
          <a:endParaRPr lang="en-US"/>
        </a:p>
      </dgm:t>
    </dgm:pt>
    <dgm:pt modelId="{25AD65CF-A438-4243-A154-90B856588A52}">
      <dgm:prSet/>
      <dgm:spPr/>
      <dgm:t>
        <a:bodyPr/>
        <a:lstStyle/>
        <a:p>
          <a:r>
            <a:rPr lang="en-US" dirty="0"/>
            <a:t>• A long lead time often hides delays and inefficient workflow.</a:t>
          </a:r>
          <a:br>
            <a:rPr lang="en-US" dirty="0"/>
          </a:br>
          <a:endParaRPr lang="en-US" dirty="0"/>
        </a:p>
      </dgm:t>
    </dgm:pt>
    <dgm:pt modelId="{6A316C2D-7AD3-4122-B949-B38C94E40B29}" type="parTrans" cxnId="{0FDB3C9A-137B-4361-A2C0-496035976311}">
      <dgm:prSet/>
      <dgm:spPr/>
      <dgm:t>
        <a:bodyPr/>
        <a:lstStyle/>
        <a:p>
          <a:endParaRPr lang="en-US"/>
        </a:p>
      </dgm:t>
    </dgm:pt>
    <dgm:pt modelId="{B50AEC7E-4B92-4140-8CC5-0D6B1E22D4CD}" type="sibTrans" cxnId="{0FDB3C9A-137B-4361-A2C0-496035976311}">
      <dgm:prSet/>
      <dgm:spPr/>
      <dgm:t>
        <a:bodyPr/>
        <a:lstStyle/>
        <a:p>
          <a:endParaRPr lang="en-US"/>
        </a:p>
      </dgm:t>
    </dgm:pt>
    <dgm:pt modelId="{1F0A44EC-C04E-4559-A383-239848ABBE19}">
      <dgm:prSet/>
      <dgm:spPr/>
      <dgm:t>
        <a:bodyPr/>
        <a:lstStyle/>
        <a:p>
          <a:r>
            <a:rPr lang="en-US" dirty="0"/>
            <a:t>• Reducing </a:t>
          </a:r>
          <a:r>
            <a:rPr lang="en-US" i="1" dirty="0"/>
            <a:t>lead time</a:t>
          </a:r>
          <a:r>
            <a:rPr lang="en-US" dirty="0"/>
            <a:t> requires shortening wait times and optimizing flow, not just faster processing. </a:t>
          </a:r>
        </a:p>
      </dgm:t>
    </dgm:pt>
    <dgm:pt modelId="{AEFFF042-B5B3-43DC-AEBE-282AE5EE36D0}" type="parTrans" cxnId="{211DD0B4-E942-4E64-AB6F-70762A2025EA}">
      <dgm:prSet/>
      <dgm:spPr/>
      <dgm:t>
        <a:bodyPr/>
        <a:lstStyle/>
        <a:p>
          <a:endParaRPr lang="en-US"/>
        </a:p>
      </dgm:t>
    </dgm:pt>
    <dgm:pt modelId="{F705C427-94EE-406E-B5C2-30DDA7F3EA31}" type="sibTrans" cxnId="{211DD0B4-E942-4E64-AB6F-70762A2025EA}">
      <dgm:prSet/>
      <dgm:spPr/>
      <dgm:t>
        <a:bodyPr/>
        <a:lstStyle/>
        <a:p>
          <a:endParaRPr lang="en-US"/>
        </a:p>
      </dgm:t>
    </dgm:pt>
    <dgm:pt modelId="{45590F00-14C7-1C48-AA51-BC17F450391D}" type="pres">
      <dgm:prSet presAssocID="{0D0B92A3-F110-425D-95E8-AE82D72DCB78}" presName="linear" presStyleCnt="0">
        <dgm:presLayoutVars>
          <dgm:animLvl val="lvl"/>
          <dgm:resizeHandles val="exact"/>
        </dgm:presLayoutVars>
      </dgm:prSet>
      <dgm:spPr/>
    </dgm:pt>
    <dgm:pt modelId="{27ECEF61-6F2D-8D43-ACB6-7B88BB6E5E39}" type="pres">
      <dgm:prSet presAssocID="{61D2B39A-BF82-4533-A2C3-7E454AA24A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5E37A3-8229-CE4F-91DE-D41479A53FA7}" type="pres">
      <dgm:prSet presAssocID="{69DEA2D8-5F31-41AE-BCE5-3DD6720A6EBD}" presName="spacer" presStyleCnt="0"/>
      <dgm:spPr/>
    </dgm:pt>
    <dgm:pt modelId="{5471A384-DEE7-074F-8AE3-ACF177A7CDB3}" type="pres">
      <dgm:prSet presAssocID="{25AD65CF-A438-4243-A154-90B856588A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24FFA1-F826-DC4D-B08F-E49F8B4F0760}" type="pres">
      <dgm:prSet presAssocID="{B50AEC7E-4B92-4140-8CC5-0D6B1E22D4CD}" presName="spacer" presStyleCnt="0"/>
      <dgm:spPr/>
    </dgm:pt>
    <dgm:pt modelId="{3FB1F348-8A45-5041-AB5C-7B5A0537CC58}" type="pres">
      <dgm:prSet presAssocID="{1F0A44EC-C04E-4559-A383-239848ABBE1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C628013-2F34-D34E-9DE1-88C42E9F1162}" type="presOf" srcId="{1F0A44EC-C04E-4559-A383-239848ABBE19}" destId="{3FB1F348-8A45-5041-AB5C-7B5A0537CC58}" srcOrd="0" destOrd="0" presId="urn:microsoft.com/office/officeart/2005/8/layout/vList2"/>
    <dgm:cxn modelId="{54D1AB75-DAD6-5246-8F7F-26A2BCA5F37F}" type="presOf" srcId="{0D0B92A3-F110-425D-95E8-AE82D72DCB78}" destId="{45590F00-14C7-1C48-AA51-BC17F450391D}" srcOrd="0" destOrd="0" presId="urn:microsoft.com/office/officeart/2005/8/layout/vList2"/>
    <dgm:cxn modelId="{0FDB3C9A-137B-4361-A2C0-496035976311}" srcId="{0D0B92A3-F110-425D-95E8-AE82D72DCB78}" destId="{25AD65CF-A438-4243-A154-90B856588A52}" srcOrd="1" destOrd="0" parTransId="{6A316C2D-7AD3-4122-B949-B38C94E40B29}" sibTransId="{B50AEC7E-4B92-4140-8CC5-0D6B1E22D4CD}"/>
    <dgm:cxn modelId="{211DD0B4-E942-4E64-AB6F-70762A2025EA}" srcId="{0D0B92A3-F110-425D-95E8-AE82D72DCB78}" destId="{1F0A44EC-C04E-4559-A383-239848ABBE19}" srcOrd="2" destOrd="0" parTransId="{AEFFF042-B5B3-43DC-AEBE-282AE5EE36D0}" sibTransId="{F705C427-94EE-406E-B5C2-30DDA7F3EA31}"/>
    <dgm:cxn modelId="{00E934E7-4F60-4B79-A644-6993B35119D9}" srcId="{0D0B92A3-F110-425D-95E8-AE82D72DCB78}" destId="{61D2B39A-BF82-4533-A2C3-7E454AA24AA0}" srcOrd="0" destOrd="0" parTransId="{B7FF3845-D569-4E12-A1FD-85AE3DEEDC10}" sibTransId="{69DEA2D8-5F31-41AE-BCE5-3DD6720A6EBD}"/>
    <dgm:cxn modelId="{FE190EEE-BC92-BA46-BB87-D7A1846EBC0F}" type="presOf" srcId="{61D2B39A-BF82-4533-A2C3-7E454AA24AA0}" destId="{27ECEF61-6F2D-8D43-ACB6-7B88BB6E5E39}" srcOrd="0" destOrd="0" presId="urn:microsoft.com/office/officeart/2005/8/layout/vList2"/>
    <dgm:cxn modelId="{A64144FA-4486-5A46-8BC3-57643ED37B01}" type="presOf" srcId="{25AD65CF-A438-4243-A154-90B856588A52}" destId="{5471A384-DEE7-074F-8AE3-ACF177A7CDB3}" srcOrd="0" destOrd="0" presId="urn:microsoft.com/office/officeart/2005/8/layout/vList2"/>
    <dgm:cxn modelId="{23587B1F-A592-5542-9080-73D256BF228E}" type="presParOf" srcId="{45590F00-14C7-1C48-AA51-BC17F450391D}" destId="{27ECEF61-6F2D-8D43-ACB6-7B88BB6E5E39}" srcOrd="0" destOrd="0" presId="urn:microsoft.com/office/officeart/2005/8/layout/vList2"/>
    <dgm:cxn modelId="{5477A956-289B-8649-880C-614C9B7C4581}" type="presParOf" srcId="{45590F00-14C7-1C48-AA51-BC17F450391D}" destId="{295E37A3-8229-CE4F-91DE-D41479A53FA7}" srcOrd="1" destOrd="0" presId="urn:microsoft.com/office/officeart/2005/8/layout/vList2"/>
    <dgm:cxn modelId="{DD6D609D-4A33-C642-B58E-BA19430E5E9E}" type="presParOf" srcId="{45590F00-14C7-1C48-AA51-BC17F450391D}" destId="{5471A384-DEE7-074F-8AE3-ACF177A7CDB3}" srcOrd="2" destOrd="0" presId="urn:microsoft.com/office/officeart/2005/8/layout/vList2"/>
    <dgm:cxn modelId="{AA8CE12B-A349-6B4F-A0B4-CE04B7CE6B28}" type="presParOf" srcId="{45590F00-14C7-1C48-AA51-BC17F450391D}" destId="{7624FFA1-F826-DC4D-B08F-E49F8B4F0760}" srcOrd="3" destOrd="0" presId="urn:microsoft.com/office/officeart/2005/8/layout/vList2"/>
    <dgm:cxn modelId="{66778817-F00C-784C-B68E-5ECF36457995}" type="presParOf" srcId="{45590F00-14C7-1C48-AA51-BC17F450391D}" destId="{3FB1F348-8A45-5041-AB5C-7B5A0537CC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0D2C89-78CE-4ED0-BF1D-FC2D9684EEA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A1D449-DC4C-45DC-BDC0-894D77B56AD1}">
      <dgm:prSet/>
      <dgm:spPr/>
      <dgm:t>
        <a:bodyPr/>
        <a:lstStyle/>
        <a:p>
          <a:pPr>
            <a:defRPr cap="all"/>
          </a:pPr>
          <a:r>
            <a:rPr lang="en-US"/>
            <a:t>Manual testing and approvals.</a:t>
          </a:r>
          <a:br>
            <a:rPr lang="en-US"/>
          </a:br>
          <a:endParaRPr lang="en-US"/>
        </a:p>
      </dgm:t>
    </dgm:pt>
    <dgm:pt modelId="{46281E6B-845D-43FA-9EC7-9E4BC997AA1B}" type="parTrans" cxnId="{F1B33C69-912D-41D8-B587-416C41EF3775}">
      <dgm:prSet/>
      <dgm:spPr/>
      <dgm:t>
        <a:bodyPr/>
        <a:lstStyle/>
        <a:p>
          <a:endParaRPr lang="en-US"/>
        </a:p>
      </dgm:t>
    </dgm:pt>
    <dgm:pt modelId="{E2B7C9EA-A1D7-46A2-9C08-E64B57A3CF06}" type="sibTrans" cxnId="{F1B33C69-912D-41D8-B587-416C41EF3775}">
      <dgm:prSet/>
      <dgm:spPr/>
      <dgm:t>
        <a:bodyPr/>
        <a:lstStyle/>
        <a:p>
          <a:endParaRPr lang="en-US"/>
        </a:p>
      </dgm:t>
    </dgm:pt>
    <dgm:pt modelId="{1DFDB1AD-B83C-441B-9C2B-F2BE63DF9A6F}">
      <dgm:prSet/>
      <dgm:spPr/>
      <dgm:t>
        <a:bodyPr/>
        <a:lstStyle/>
        <a:p>
          <a:pPr>
            <a:defRPr cap="all"/>
          </a:pPr>
          <a:r>
            <a:rPr lang="en-US"/>
            <a:t>Large batch releases.</a:t>
          </a:r>
          <a:br>
            <a:rPr lang="en-US"/>
          </a:br>
          <a:endParaRPr lang="en-US"/>
        </a:p>
      </dgm:t>
    </dgm:pt>
    <dgm:pt modelId="{735C4182-7E48-48F2-BC21-26DC89331B25}" type="parTrans" cxnId="{76BA55E1-528B-4908-9C76-60906B84FEBC}">
      <dgm:prSet/>
      <dgm:spPr/>
      <dgm:t>
        <a:bodyPr/>
        <a:lstStyle/>
        <a:p>
          <a:endParaRPr lang="en-US"/>
        </a:p>
      </dgm:t>
    </dgm:pt>
    <dgm:pt modelId="{F25EEBA9-0865-45F8-957D-613137BB4578}" type="sibTrans" cxnId="{76BA55E1-528B-4908-9C76-60906B84FEBC}">
      <dgm:prSet/>
      <dgm:spPr/>
      <dgm:t>
        <a:bodyPr/>
        <a:lstStyle/>
        <a:p>
          <a:endParaRPr lang="en-US"/>
        </a:p>
      </dgm:t>
    </dgm:pt>
    <dgm:pt modelId="{81EB165E-9C66-4E5E-B825-9393982791D1}">
      <dgm:prSet/>
      <dgm:spPr/>
      <dgm:t>
        <a:bodyPr/>
        <a:lstStyle/>
        <a:p>
          <a:pPr>
            <a:defRPr cap="all"/>
          </a:pPr>
          <a:r>
            <a:rPr lang="en-US"/>
            <a:t>Tightly coupled systems.</a:t>
          </a:r>
          <a:br>
            <a:rPr lang="en-US"/>
          </a:br>
          <a:endParaRPr lang="en-US"/>
        </a:p>
      </dgm:t>
    </dgm:pt>
    <dgm:pt modelId="{CB808C89-419C-4DAF-A1B9-8EB5FC0B7EF8}" type="parTrans" cxnId="{CBC56E43-4BA5-467A-9691-F7BF2C083FC0}">
      <dgm:prSet/>
      <dgm:spPr/>
      <dgm:t>
        <a:bodyPr/>
        <a:lstStyle/>
        <a:p>
          <a:endParaRPr lang="en-US"/>
        </a:p>
      </dgm:t>
    </dgm:pt>
    <dgm:pt modelId="{A96DCED1-494E-4D71-9D71-88F66D7508A8}" type="sibTrans" cxnId="{CBC56E43-4BA5-467A-9691-F7BF2C083FC0}">
      <dgm:prSet/>
      <dgm:spPr/>
      <dgm:t>
        <a:bodyPr/>
        <a:lstStyle/>
        <a:p>
          <a:endParaRPr lang="en-US"/>
        </a:p>
      </dgm:t>
    </dgm:pt>
    <dgm:pt modelId="{560307A7-C82C-4DCB-83C6-2DC431D72921}">
      <dgm:prSet/>
      <dgm:spPr/>
      <dgm:t>
        <a:bodyPr/>
        <a:lstStyle/>
        <a:p>
          <a:pPr>
            <a:defRPr cap="all"/>
          </a:pPr>
          <a:r>
            <a:rPr lang="en-US"/>
            <a:t>Deployment takes months.</a:t>
          </a:r>
        </a:p>
      </dgm:t>
    </dgm:pt>
    <dgm:pt modelId="{6D023D57-6E66-4779-BF06-596A5706A39E}" type="parTrans" cxnId="{BE877334-B6C0-4208-BBF6-95108CC05F28}">
      <dgm:prSet/>
      <dgm:spPr/>
      <dgm:t>
        <a:bodyPr/>
        <a:lstStyle/>
        <a:p>
          <a:endParaRPr lang="en-US"/>
        </a:p>
      </dgm:t>
    </dgm:pt>
    <dgm:pt modelId="{C31863AC-40A7-4E0D-93E0-2DD68573EC30}" type="sibTrans" cxnId="{BE877334-B6C0-4208-BBF6-95108CC05F28}">
      <dgm:prSet/>
      <dgm:spPr/>
      <dgm:t>
        <a:bodyPr/>
        <a:lstStyle/>
        <a:p>
          <a:endParaRPr lang="en-US"/>
        </a:p>
      </dgm:t>
    </dgm:pt>
    <dgm:pt modelId="{1AB02BFE-5165-4754-92C7-2B657AE8EF3F}" type="pres">
      <dgm:prSet presAssocID="{7D0D2C89-78CE-4ED0-BF1D-FC2D9684EEA1}" presName="root" presStyleCnt="0">
        <dgm:presLayoutVars>
          <dgm:dir/>
          <dgm:resizeHandles val="exact"/>
        </dgm:presLayoutVars>
      </dgm:prSet>
      <dgm:spPr/>
    </dgm:pt>
    <dgm:pt modelId="{465CD05C-006A-401B-9694-4A1F1B8A6CD6}" type="pres">
      <dgm:prSet presAssocID="{EAA1D449-DC4C-45DC-BDC0-894D77B56AD1}" presName="compNode" presStyleCnt="0"/>
      <dgm:spPr/>
    </dgm:pt>
    <dgm:pt modelId="{B3BBAD34-0BB9-4FE4-AD5E-BC1818EC3E1D}" type="pres">
      <dgm:prSet presAssocID="{EAA1D449-DC4C-45DC-BDC0-894D77B56AD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3324E4C-864C-47E1-A012-78F7AE6CF7FC}" type="pres">
      <dgm:prSet presAssocID="{EAA1D449-DC4C-45DC-BDC0-894D77B56A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7D04C0A-1179-4CE0-B3ED-43A4899C7E85}" type="pres">
      <dgm:prSet presAssocID="{EAA1D449-DC4C-45DC-BDC0-894D77B56AD1}" presName="spaceRect" presStyleCnt="0"/>
      <dgm:spPr/>
    </dgm:pt>
    <dgm:pt modelId="{41FA19B7-D7D9-41BB-9843-FC95DBD1F1AD}" type="pres">
      <dgm:prSet presAssocID="{EAA1D449-DC4C-45DC-BDC0-894D77B56AD1}" presName="textRect" presStyleLbl="revTx" presStyleIdx="0" presStyleCnt="4">
        <dgm:presLayoutVars>
          <dgm:chMax val="1"/>
          <dgm:chPref val="1"/>
        </dgm:presLayoutVars>
      </dgm:prSet>
      <dgm:spPr/>
    </dgm:pt>
    <dgm:pt modelId="{DCD652BD-F048-426F-9A06-BFE59A863C4C}" type="pres">
      <dgm:prSet presAssocID="{E2B7C9EA-A1D7-46A2-9C08-E64B57A3CF06}" presName="sibTrans" presStyleCnt="0"/>
      <dgm:spPr/>
    </dgm:pt>
    <dgm:pt modelId="{90C8F66C-F4F6-4A96-BDAF-0166FA615312}" type="pres">
      <dgm:prSet presAssocID="{1DFDB1AD-B83C-441B-9C2B-F2BE63DF9A6F}" presName="compNode" presStyleCnt="0"/>
      <dgm:spPr/>
    </dgm:pt>
    <dgm:pt modelId="{B129A275-C339-4A0D-9C02-134AFA2B6504}" type="pres">
      <dgm:prSet presAssocID="{1DFDB1AD-B83C-441B-9C2B-F2BE63DF9A6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B4BE374-762B-4E2B-9BDE-56ECE7481A8E}" type="pres">
      <dgm:prSet presAssocID="{1DFDB1AD-B83C-441B-9C2B-F2BE63DF9A6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1115755F-6C73-4E08-B5C6-4CE83FFE2F06}" type="pres">
      <dgm:prSet presAssocID="{1DFDB1AD-B83C-441B-9C2B-F2BE63DF9A6F}" presName="spaceRect" presStyleCnt="0"/>
      <dgm:spPr/>
    </dgm:pt>
    <dgm:pt modelId="{EFFD7BC7-01D5-4BC2-A174-50416206EB18}" type="pres">
      <dgm:prSet presAssocID="{1DFDB1AD-B83C-441B-9C2B-F2BE63DF9A6F}" presName="textRect" presStyleLbl="revTx" presStyleIdx="1" presStyleCnt="4">
        <dgm:presLayoutVars>
          <dgm:chMax val="1"/>
          <dgm:chPref val="1"/>
        </dgm:presLayoutVars>
      </dgm:prSet>
      <dgm:spPr/>
    </dgm:pt>
    <dgm:pt modelId="{DB7565AD-08AF-4A16-908A-0DB98A12F45A}" type="pres">
      <dgm:prSet presAssocID="{F25EEBA9-0865-45F8-957D-613137BB4578}" presName="sibTrans" presStyleCnt="0"/>
      <dgm:spPr/>
    </dgm:pt>
    <dgm:pt modelId="{0F5FFF6A-F00D-40F6-9FA5-453B199DC96C}" type="pres">
      <dgm:prSet presAssocID="{81EB165E-9C66-4E5E-B825-9393982791D1}" presName="compNode" presStyleCnt="0"/>
      <dgm:spPr/>
    </dgm:pt>
    <dgm:pt modelId="{C69B684C-7AB7-4D30-9E81-63C6C5FF6BDA}" type="pres">
      <dgm:prSet presAssocID="{81EB165E-9C66-4E5E-B825-9393982791D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EBE4A01-CC30-4A98-BF34-FD77D89E0730}" type="pres">
      <dgm:prSet presAssocID="{81EB165E-9C66-4E5E-B825-9393982791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9DFB97F-1445-44DC-B662-81AE319CB5A5}" type="pres">
      <dgm:prSet presAssocID="{81EB165E-9C66-4E5E-B825-9393982791D1}" presName="spaceRect" presStyleCnt="0"/>
      <dgm:spPr/>
    </dgm:pt>
    <dgm:pt modelId="{32266D54-2511-47DD-9877-FA5827C58351}" type="pres">
      <dgm:prSet presAssocID="{81EB165E-9C66-4E5E-B825-9393982791D1}" presName="textRect" presStyleLbl="revTx" presStyleIdx="2" presStyleCnt="4">
        <dgm:presLayoutVars>
          <dgm:chMax val="1"/>
          <dgm:chPref val="1"/>
        </dgm:presLayoutVars>
      </dgm:prSet>
      <dgm:spPr/>
    </dgm:pt>
    <dgm:pt modelId="{71B0D5E5-1128-4F5F-AE2E-7E72353518C8}" type="pres">
      <dgm:prSet presAssocID="{A96DCED1-494E-4D71-9D71-88F66D7508A8}" presName="sibTrans" presStyleCnt="0"/>
      <dgm:spPr/>
    </dgm:pt>
    <dgm:pt modelId="{F707B907-5BDE-4D8E-B5D4-029B5727FBCF}" type="pres">
      <dgm:prSet presAssocID="{560307A7-C82C-4DCB-83C6-2DC431D72921}" presName="compNode" presStyleCnt="0"/>
      <dgm:spPr/>
    </dgm:pt>
    <dgm:pt modelId="{D7BEFDE6-E1DF-4186-BC57-E0429F24F232}" type="pres">
      <dgm:prSet presAssocID="{560307A7-C82C-4DCB-83C6-2DC431D7292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1F556E1-DC74-425C-98A8-886EF2763084}" type="pres">
      <dgm:prSet presAssocID="{560307A7-C82C-4DCB-83C6-2DC431D729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58E18A77-CCA3-4C69-81B8-6E8DFB71CF0C}" type="pres">
      <dgm:prSet presAssocID="{560307A7-C82C-4DCB-83C6-2DC431D72921}" presName="spaceRect" presStyleCnt="0"/>
      <dgm:spPr/>
    </dgm:pt>
    <dgm:pt modelId="{A9903EBA-C1E0-4A9F-96BE-282BD640A160}" type="pres">
      <dgm:prSet presAssocID="{560307A7-C82C-4DCB-83C6-2DC431D729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979333-CEEF-4200-9B94-08CD46ECAB86}" type="presOf" srcId="{81EB165E-9C66-4E5E-B825-9393982791D1}" destId="{32266D54-2511-47DD-9877-FA5827C58351}" srcOrd="0" destOrd="0" presId="urn:microsoft.com/office/officeart/2018/5/layout/IconLeafLabelList"/>
    <dgm:cxn modelId="{BE877334-B6C0-4208-BBF6-95108CC05F28}" srcId="{7D0D2C89-78CE-4ED0-BF1D-FC2D9684EEA1}" destId="{560307A7-C82C-4DCB-83C6-2DC431D72921}" srcOrd="3" destOrd="0" parTransId="{6D023D57-6E66-4779-BF06-596A5706A39E}" sibTransId="{C31863AC-40A7-4E0D-93E0-2DD68573EC30}"/>
    <dgm:cxn modelId="{C33DFF42-4E55-44C8-B784-7073CBBABF91}" type="presOf" srcId="{7D0D2C89-78CE-4ED0-BF1D-FC2D9684EEA1}" destId="{1AB02BFE-5165-4754-92C7-2B657AE8EF3F}" srcOrd="0" destOrd="0" presId="urn:microsoft.com/office/officeart/2018/5/layout/IconLeafLabelList"/>
    <dgm:cxn modelId="{CBC56E43-4BA5-467A-9691-F7BF2C083FC0}" srcId="{7D0D2C89-78CE-4ED0-BF1D-FC2D9684EEA1}" destId="{81EB165E-9C66-4E5E-B825-9393982791D1}" srcOrd="2" destOrd="0" parTransId="{CB808C89-419C-4DAF-A1B9-8EB5FC0B7EF8}" sibTransId="{A96DCED1-494E-4D71-9D71-88F66D7508A8}"/>
    <dgm:cxn modelId="{A6E60145-FD84-4437-9C0E-C674AA8C0331}" type="presOf" srcId="{1DFDB1AD-B83C-441B-9C2B-F2BE63DF9A6F}" destId="{EFFD7BC7-01D5-4BC2-A174-50416206EB18}" srcOrd="0" destOrd="0" presId="urn:microsoft.com/office/officeart/2018/5/layout/IconLeafLabelList"/>
    <dgm:cxn modelId="{F1B33C69-912D-41D8-B587-416C41EF3775}" srcId="{7D0D2C89-78CE-4ED0-BF1D-FC2D9684EEA1}" destId="{EAA1D449-DC4C-45DC-BDC0-894D77B56AD1}" srcOrd="0" destOrd="0" parTransId="{46281E6B-845D-43FA-9EC7-9E4BC997AA1B}" sibTransId="{E2B7C9EA-A1D7-46A2-9C08-E64B57A3CF06}"/>
    <dgm:cxn modelId="{4044C274-9462-4144-AFA0-670F241ACA48}" type="presOf" srcId="{560307A7-C82C-4DCB-83C6-2DC431D72921}" destId="{A9903EBA-C1E0-4A9F-96BE-282BD640A160}" srcOrd="0" destOrd="0" presId="urn:microsoft.com/office/officeart/2018/5/layout/IconLeafLabelList"/>
    <dgm:cxn modelId="{87037381-41BE-4CF6-B31E-9A21EA39930F}" type="presOf" srcId="{EAA1D449-DC4C-45DC-BDC0-894D77B56AD1}" destId="{41FA19B7-D7D9-41BB-9843-FC95DBD1F1AD}" srcOrd="0" destOrd="0" presId="urn:microsoft.com/office/officeart/2018/5/layout/IconLeafLabelList"/>
    <dgm:cxn modelId="{76BA55E1-528B-4908-9C76-60906B84FEBC}" srcId="{7D0D2C89-78CE-4ED0-BF1D-FC2D9684EEA1}" destId="{1DFDB1AD-B83C-441B-9C2B-F2BE63DF9A6F}" srcOrd="1" destOrd="0" parTransId="{735C4182-7E48-48F2-BC21-26DC89331B25}" sibTransId="{F25EEBA9-0865-45F8-957D-613137BB4578}"/>
    <dgm:cxn modelId="{6BD56581-20B9-4B54-AC99-2C3D9BCBDB20}" type="presParOf" srcId="{1AB02BFE-5165-4754-92C7-2B657AE8EF3F}" destId="{465CD05C-006A-401B-9694-4A1F1B8A6CD6}" srcOrd="0" destOrd="0" presId="urn:microsoft.com/office/officeart/2018/5/layout/IconLeafLabelList"/>
    <dgm:cxn modelId="{6B411B8B-EEA5-48B2-B689-3FBF99166FFF}" type="presParOf" srcId="{465CD05C-006A-401B-9694-4A1F1B8A6CD6}" destId="{B3BBAD34-0BB9-4FE4-AD5E-BC1818EC3E1D}" srcOrd="0" destOrd="0" presId="urn:microsoft.com/office/officeart/2018/5/layout/IconLeafLabelList"/>
    <dgm:cxn modelId="{ABE090E4-86EB-418A-A496-2049AB9E9012}" type="presParOf" srcId="{465CD05C-006A-401B-9694-4A1F1B8A6CD6}" destId="{33324E4C-864C-47E1-A012-78F7AE6CF7FC}" srcOrd="1" destOrd="0" presId="urn:microsoft.com/office/officeart/2018/5/layout/IconLeafLabelList"/>
    <dgm:cxn modelId="{58A11C43-56F1-4205-90CD-29B4418891B3}" type="presParOf" srcId="{465CD05C-006A-401B-9694-4A1F1B8A6CD6}" destId="{87D04C0A-1179-4CE0-B3ED-43A4899C7E85}" srcOrd="2" destOrd="0" presId="urn:microsoft.com/office/officeart/2018/5/layout/IconLeafLabelList"/>
    <dgm:cxn modelId="{917BA05D-87AD-4A68-AB00-B6B81FD16D70}" type="presParOf" srcId="{465CD05C-006A-401B-9694-4A1F1B8A6CD6}" destId="{41FA19B7-D7D9-41BB-9843-FC95DBD1F1AD}" srcOrd="3" destOrd="0" presId="urn:microsoft.com/office/officeart/2018/5/layout/IconLeafLabelList"/>
    <dgm:cxn modelId="{D464FAC8-40AB-4E0F-8B7C-2CA780C37B0F}" type="presParOf" srcId="{1AB02BFE-5165-4754-92C7-2B657AE8EF3F}" destId="{DCD652BD-F048-426F-9A06-BFE59A863C4C}" srcOrd="1" destOrd="0" presId="urn:microsoft.com/office/officeart/2018/5/layout/IconLeafLabelList"/>
    <dgm:cxn modelId="{D65066C9-5ADA-407C-B394-9B71C733DA66}" type="presParOf" srcId="{1AB02BFE-5165-4754-92C7-2B657AE8EF3F}" destId="{90C8F66C-F4F6-4A96-BDAF-0166FA615312}" srcOrd="2" destOrd="0" presId="urn:microsoft.com/office/officeart/2018/5/layout/IconLeafLabelList"/>
    <dgm:cxn modelId="{C4ADECE1-7D55-45E5-92ED-F37FD7A11D30}" type="presParOf" srcId="{90C8F66C-F4F6-4A96-BDAF-0166FA615312}" destId="{B129A275-C339-4A0D-9C02-134AFA2B6504}" srcOrd="0" destOrd="0" presId="urn:microsoft.com/office/officeart/2018/5/layout/IconLeafLabelList"/>
    <dgm:cxn modelId="{761F80E2-B83B-40EC-A17B-A6AF8CC357B2}" type="presParOf" srcId="{90C8F66C-F4F6-4A96-BDAF-0166FA615312}" destId="{8B4BE374-762B-4E2B-9BDE-56ECE7481A8E}" srcOrd="1" destOrd="0" presId="urn:microsoft.com/office/officeart/2018/5/layout/IconLeafLabelList"/>
    <dgm:cxn modelId="{944F3210-5994-449E-AFD9-AB4CD52E733B}" type="presParOf" srcId="{90C8F66C-F4F6-4A96-BDAF-0166FA615312}" destId="{1115755F-6C73-4E08-B5C6-4CE83FFE2F06}" srcOrd="2" destOrd="0" presId="urn:microsoft.com/office/officeart/2018/5/layout/IconLeafLabelList"/>
    <dgm:cxn modelId="{8167CB64-B81F-4CA6-8116-A1FB9D95842B}" type="presParOf" srcId="{90C8F66C-F4F6-4A96-BDAF-0166FA615312}" destId="{EFFD7BC7-01D5-4BC2-A174-50416206EB18}" srcOrd="3" destOrd="0" presId="urn:microsoft.com/office/officeart/2018/5/layout/IconLeafLabelList"/>
    <dgm:cxn modelId="{16B79D7C-6BF9-408D-AFBB-2D19FAB15596}" type="presParOf" srcId="{1AB02BFE-5165-4754-92C7-2B657AE8EF3F}" destId="{DB7565AD-08AF-4A16-908A-0DB98A12F45A}" srcOrd="3" destOrd="0" presId="urn:microsoft.com/office/officeart/2018/5/layout/IconLeafLabelList"/>
    <dgm:cxn modelId="{0F2C27A5-4807-4E66-9662-EF259F78A222}" type="presParOf" srcId="{1AB02BFE-5165-4754-92C7-2B657AE8EF3F}" destId="{0F5FFF6A-F00D-40F6-9FA5-453B199DC96C}" srcOrd="4" destOrd="0" presId="urn:microsoft.com/office/officeart/2018/5/layout/IconLeafLabelList"/>
    <dgm:cxn modelId="{C1F8FB83-CDC9-4F4B-91AC-69B23CDE0E9B}" type="presParOf" srcId="{0F5FFF6A-F00D-40F6-9FA5-453B199DC96C}" destId="{C69B684C-7AB7-4D30-9E81-63C6C5FF6BDA}" srcOrd="0" destOrd="0" presId="urn:microsoft.com/office/officeart/2018/5/layout/IconLeafLabelList"/>
    <dgm:cxn modelId="{C83BFA9C-4342-406F-BF82-C6E2737FD5F9}" type="presParOf" srcId="{0F5FFF6A-F00D-40F6-9FA5-453B199DC96C}" destId="{0EBE4A01-CC30-4A98-BF34-FD77D89E0730}" srcOrd="1" destOrd="0" presId="urn:microsoft.com/office/officeart/2018/5/layout/IconLeafLabelList"/>
    <dgm:cxn modelId="{0DAA976D-B0E2-4422-A435-3035FDAF3D4B}" type="presParOf" srcId="{0F5FFF6A-F00D-40F6-9FA5-453B199DC96C}" destId="{B9DFB97F-1445-44DC-B662-81AE319CB5A5}" srcOrd="2" destOrd="0" presId="urn:microsoft.com/office/officeart/2018/5/layout/IconLeafLabelList"/>
    <dgm:cxn modelId="{7CD3A053-CA0E-4220-8563-CDEEA026833E}" type="presParOf" srcId="{0F5FFF6A-F00D-40F6-9FA5-453B199DC96C}" destId="{32266D54-2511-47DD-9877-FA5827C58351}" srcOrd="3" destOrd="0" presId="urn:microsoft.com/office/officeart/2018/5/layout/IconLeafLabelList"/>
    <dgm:cxn modelId="{1091B62C-42AC-4792-939D-10B05322B229}" type="presParOf" srcId="{1AB02BFE-5165-4754-92C7-2B657AE8EF3F}" destId="{71B0D5E5-1128-4F5F-AE2E-7E72353518C8}" srcOrd="5" destOrd="0" presId="urn:microsoft.com/office/officeart/2018/5/layout/IconLeafLabelList"/>
    <dgm:cxn modelId="{3C2382D3-7628-4A3A-9010-34AFCD222293}" type="presParOf" srcId="{1AB02BFE-5165-4754-92C7-2B657AE8EF3F}" destId="{F707B907-5BDE-4D8E-B5D4-029B5727FBCF}" srcOrd="6" destOrd="0" presId="urn:microsoft.com/office/officeart/2018/5/layout/IconLeafLabelList"/>
    <dgm:cxn modelId="{B408919E-84CB-40C2-A2C1-6C9D44AAEB3A}" type="presParOf" srcId="{F707B907-5BDE-4D8E-B5D4-029B5727FBCF}" destId="{D7BEFDE6-E1DF-4186-BC57-E0429F24F232}" srcOrd="0" destOrd="0" presId="urn:microsoft.com/office/officeart/2018/5/layout/IconLeafLabelList"/>
    <dgm:cxn modelId="{8D53B6A4-09E8-4D50-B187-428BE15CD331}" type="presParOf" srcId="{F707B907-5BDE-4D8E-B5D4-029B5727FBCF}" destId="{C1F556E1-DC74-425C-98A8-886EF2763084}" srcOrd="1" destOrd="0" presId="urn:microsoft.com/office/officeart/2018/5/layout/IconLeafLabelList"/>
    <dgm:cxn modelId="{2B7FAD9F-C7A7-4E60-98D8-BE6E8A04BC65}" type="presParOf" srcId="{F707B907-5BDE-4D8E-B5D4-029B5727FBCF}" destId="{58E18A77-CCA3-4C69-81B8-6E8DFB71CF0C}" srcOrd="2" destOrd="0" presId="urn:microsoft.com/office/officeart/2018/5/layout/IconLeafLabelList"/>
    <dgm:cxn modelId="{BED1A18B-5D43-4736-BF1B-488A4A5F8A7C}" type="presParOf" srcId="{F707B907-5BDE-4D8E-B5D4-029B5727FBCF}" destId="{A9903EBA-C1E0-4A9F-96BE-282BD640A16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3D26C7-02D1-4B41-9550-CE2181D448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EF67F9-8EA4-4A6E-A2EB-661436C6C651}">
      <dgm:prSet/>
      <dgm:spPr/>
      <dgm:t>
        <a:bodyPr/>
        <a:lstStyle/>
        <a:p>
          <a:r>
            <a:rPr lang="en-US" dirty="0"/>
            <a:t>• Small code changes checked into version control</a:t>
          </a:r>
          <a:br>
            <a:rPr lang="en-US" dirty="0"/>
          </a:br>
          <a:endParaRPr lang="en-US" dirty="0"/>
        </a:p>
      </dgm:t>
    </dgm:pt>
    <dgm:pt modelId="{6B009810-DC62-4249-B877-5C751512645B}" type="parTrans" cxnId="{4FC6B14A-D9D6-40DD-830D-0A507CB7E8A8}">
      <dgm:prSet/>
      <dgm:spPr/>
      <dgm:t>
        <a:bodyPr/>
        <a:lstStyle/>
        <a:p>
          <a:endParaRPr lang="en-US"/>
        </a:p>
      </dgm:t>
    </dgm:pt>
    <dgm:pt modelId="{ED66A7A3-C586-4806-A2F7-00B462DB866A}" type="sibTrans" cxnId="{4FC6B14A-D9D6-40DD-830D-0A507CB7E8A8}">
      <dgm:prSet/>
      <dgm:spPr/>
      <dgm:t>
        <a:bodyPr/>
        <a:lstStyle/>
        <a:p>
          <a:endParaRPr lang="en-US"/>
        </a:p>
      </dgm:t>
    </dgm:pt>
    <dgm:pt modelId="{0EC44620-60BD-4F23-B87B-B91618E6AA1F}">
      <dgm:prSet/>
      <dgm:spPr/>
      <dgm:t>
        <a:bodyPr/>
        <a:lstStyle/>
        <a:p>
          <a:r>
            <a:rPr lang="en-US" dirty="0"/>
            <a:t>• Automated testing &amp; continuous integration</a:t>
          </a:r>
          <a:br>
            <a:rPr lang="en-US" dirty="0"/>
          </a:br>
          <a:endParaRPr lang="en-US" dirty="0"/>
        </a:p>
      </dgm:t>
    </dgm:pt>
    <dgm:pt modelId="{66951AC0-A63B-4F88-A7D8-181D0E374348}" type="parTrans" cxnId="{9F8BEBD5-E53C-474E-917B-B6590839A5C7}">
      <dgm:prSet/>
      <dgm:spPr/>
      <dgm:t>
        <a:bodyPr/>
        <a:lstStyle/>
        <a:p>
          <a:endParaRPr lang="en-US"/>
        </a:p>
      </dgm:t>
    </dgm:pt>
    <dgm:pt modelId="{1370FB50-A4EC-4E32-A3E1-E54569100541}" type="sibTrans" cxnId="{9F8BEBD5-E53C-474E-917B-B6590839A5C7}">
      <dgm:prSet/>
      <dgm:spPr/>
      <dgm:t>
        <a:bodyPr/>
        <a:lstStyle/>
        <a:p>
          <a:endParaRPr lang="en-US"/>
        </a:p>
      </dgm:t>
    </dgm:pt>
    <dgm:pt modelId="{257D9220-DA34-40BD-82C3-C66D344908FD}">
      <dgm:prSet/>
      <dgm:spPr/>
      <dgm:t>
        <a:bodyPr/>
        <a:lstStyle/>
        <a:p>
          <a:r>
            <a:rPr lang="en-US" dirty="0"/>
            <a:t>• Modular, loosely coupled architectures</a:t>
          </a:r>
          <a:br>
            <a:rPr lang="en-US" dirty="0"/>
          </a:br>
          <a:endParaRPr lang="en-US" dirty="0"/>
        </a:p>
      </dgm:t>
    </dgm:pt>
    <dgm:pt modelId="{161F2FAF-553D-4845-AB1E-C76DEA2D6FED}" type="parTrans" cxnId="{A9AADEC7-5CEA-4AFC-98FB-DC1EFD5AD077}">
      <dgm:prSet/>
      <dgm:spPr/>
      <dgm:t>
        <a:bodyPr/>
        <a:lstStyle/>
        <a:p>
          <a:endParaRPr lang="en-US"/>
        </a:p>
      </dgm:t>
    </dgm:pt>
    <dgm:pt modelId="{06EDE823-4957-4AE3-B807-2F77B026AC42}" type="sibTrans" cxnId="{A9AADEC7-5CEA-4AFC-98FB-DC1EFD5AD077}">
      <dgm:prSet/>
      <dgm:spPr/>
      <dgm:t>
        <a:bodyPr/>
        <a:lstStyle/>
        <a:p>
          <a:endParaRPr lang="en-US"/>
        </a:p>
      </dgm:t>
    </dgm:pt>
    <dgm:pt modelId="{69AAA923-D28E-4D46-8126-0FC195AB49F6}">
      <dgm:prSet/>
      <dgm:spPr/>
      <dgm:t>
        <a:bodyPr/>
        <a:lstStyle/>
        <a:p>
          <a:r>
            <a:rPr lang="en-US" dirty="0"/>
            <a:t>• Fast feedback &amp; high team autonomy </a:t>
          </a:r>
        </a:p>
      </dgm:t>
    </dgm:pt>
    <dgm:pt modelId="{0090BB09-5F01-41F1-9796-8E2D8F761E3E}" type="parTrans" cxnId="{C021D7CA-D0D5-4A80-86D8-3B11F7BEED0E}">
      <dgm:prSet/>
      <dgm:spPr/>
      <dgm:t>
        <a:bodyPr/>
        <a:lstStyle/>
        <a:p>
          <a:endParaRPr lang="en-US"/>
        </a:p>
      </dgm:t>
    </dgm:pt>
    <dgm:pt modelId="{E247EC57-C206-408A-85EA-1F5346C2EF79}" type="sibTrans" cxnId="{C021D7CA-D0D5-4A80-86D8-3B11F7BEED0E}">
      <dgm:prSet/>
      <dgm:spPr/>
      <dgm:t>
        <a:bodyPr/>
        <a:lstStyle/>
        <a:p>
          <a:endParaRPr lang="en-US"/>
        </a:p>
      </dgm:t>
    </dgm:pt>
    <dgm:pt modelId="{94E3B846-01AB-4B4B-B8D8-21A0FD80DD7F}" type="pres">
      <dgm:prSet presAssocID="{EA3D26C7-02D1-4B41-9550-CE2181D44863}" presName="linear" presStyleCnt="0">
        <dgm:presLayoutVars>
          <dgm:animLvl val="lvl"/>
          <dgm:resizeHandles val="exact"/>
        </dgm:presLayoutVars>
      </dgm:prSet>
      <dgm:spPr/>
    </dgm:pt>
    <dgm:pt modelId="{60A3AFA8-3585-6943-9EAD-7BF2D9B685A1}" type="pres">
      <dgm:prSet presAssocID="{92EF67F9-8EA4-4A6E-A2EB-661436C6C6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B2DAB6-4F10-9E45-9DD8-3C5049382BD2}" type="pres">
      <dgm:prSet presAssocID="{ED66A7A3-C586-4806-A2F7-00B462DB866A}" presName="spacer" presStyleCnt="0"/>
      <dgm:spPr/>
    </dgm:pt>
    <dgm:pt modelId="{3A955D80-D118-9E41-B5BC-6E0162C8D99C}" type="pres">
      <dgm:prSet presAssocID="{0EC44620-60BD-4F23-B87B-B91618E6AA1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C1D33E-BE2F-E341-BE2D-5C2D6A081C1B}" type="pres">
      <dgm:prSet presAssocID="{1370FB50-A4EC-4E32-A3E1-E54569100541}" presName="spacer" presStyleCnt="0"/>
      <dgm:spPr/>
    </dgm:pt>
    <dgm:pt modelId="{449856D6-C142-E349-9FAB-44C00B5FE124}" type="pres">
      <dgm:prSet presAssocID="{257D9220-DA34-40BD-82C3-C66D344908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4D26CC-B533-0A46-9FE3-3544B876FFBF}" type="pres">
      <dgm:prSet presAssocID="{06EDE823-4957-4AE3-B807-2F77B026AC42}" presName="spacer" presStyleCnt="0"/>
      <dgm:spPr/>
    </dgm:pt>
    <dgm:pt modelId="{65090215-23E2-3647-B544-61A4E047FCCA}" type="pres">
      <dgm:prSet presAssocID="{69AAA923-D28E-4D46-8126-0FC195AB49F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E5C40C-993F-E340-9C8B-69C7C6F40514}" type="presOf" srcId="{0EC44620-60BD-4F23-B87B-B91618E6AA1F}" destId="{3A955D80-D118-9E41-B5BC-6E0162C8D99C}" srcOrd="0" destOrd="0" presId="urn:microsoft.com/office/officeart/2005/8/layout/vList2"/>
    <dgm:cxn modelId="{4FC6B14A-D9D6-40DD-830D-0A507CB7E8A8}" srcId="{EA3D26C7-02D1-4B41-9550-CE2181D44863}" destId="{92EF67F9-8EA4-4A6E-A2EB-661436C6C651}" srcOrd="0" destOrd="0" parTransId="{6B009810-DC62-4249-B877-5C751512645B}" sibTransId="{ED66A7A3-C586-4806-A2F7-00B462DB866A}"/>
    <dgm:cxn modelId="{BBE9D24B-89F9-DE4C-BDB1-EEB4F2FEEB21}" type="presOf" srcId="{69AAA923-D28E-4D46-8126-0FC195AB49F6}" destId="{65090215-23E2-3647-B544-61A4E047FCCA}" srcOrd="0" destOrd="0" presId="urn:microsoft.com/office/officeart/2005/8/layout/vList2"/>
    <dgm:cxn modelId="{B3A1695E-9319-6C47-9C6B-3CDBFD87AF6F}" type="presOf" srcId="{EA3D26C7-02D1-4B41-9550-CE2181D44863}" destId="{94E3B846-01AB-4B4B-B8D8-21A0FD80DD7F}" srcOrd="0" destOrd="0" presId="urn:microsoft.com/office/officeart/2005/8/layout/vList2"/>
    <dgm:cxn modelId="{F10E8676-57B9-C247-8398-8295418DB06F}" type="presOf" srcId="{257D9220-DA34-40BD-82C3-C66D344908FD}" destId="{449856D6-C142-E349-9FAB-44C00B5FE124}" srcOrd="0" destOrd="0" presId="urn:microsoft.com/office/officeart/2005/8/layout/vList2"/>
    <dgm:cxn modelId="{A9AADEC7-5CEA-4AFC-98FB-DC1EFD5AD077}" srcId="{EA3D26C7-02D1-4B41-9550-CE2181D44863}" destId="{257D9220-DA34-40BD-82C3-C66D344908FD}" srcOrd="2" destOrd="0" parTransId="{161F2FAF-553D-4845-AB1E-C76DEA2D6FED}" sibTransId="{06EDE823-4957-4AE3-B807-2F77B026AC42}"/>
    <dgm:cxn modelId="{C021D7CA-D0D5-4A80-86D8-3B11F7BEED0E}" srcId="{EA3D26C7-02D1-4B41-9550-CE2181D44863}" destId="{69AAA923-D28E-4D46-8126-0FC195AB49F6}" srcOrd="3" destOrd="0" parTransId="{0090BB09-5F01-41F1-9796-8E2D8F761E3E}" sibTransId="{E247EC57-C206-408A-85EA-1F5346C2EF79}"/>
    <dgm:cxn modelId="{9F8BEBD5-E53C-474E-917B-B6590839A5C7}" srcId="{EA3D26C7-02D1-4B41-9550-CE2181D44863}" destId="{0EC44620-60BD-4F23-B87B-B91618E6AA1F}" srcOrd="1" destOrd="0" parTransId="{66951AC0-A63B-4F88-A7D8-181D0E374348}" sibTransId="{1370FB50-A4EC-4E32-A3E1-E54569100541}"/>
    <dgm:cxn modelId="{C63019DA-BADB-7F4A-8194-3609A46CBD24}" type="presOf" srcId="{92EF67F9-8EA4-4A6E-A2EB-661436C6C651}" destId="{60A3AFA8-3585-6943-9EAD-7BF2D9B685A1}" srcOrd="0" destOrd="0" presId="urn:microsoft.com/office/officeart/2005/8/layout/vList2"/>
    <dgm:cxn modelId="{B989D89D-7983-2440-83D4-6265C71AE7BA}" type="presParOf" srcId="{94E3B846-01AB-4B4B-B8D8-21A0FD80DD7F}" destId="{60A3AFA8-3585-6943-9EAD-7BF2D9B685A1}" srcOrd="0" destOrd="0" presId="urn:microsoft.com/office/officeart/2005/8/layout/vList2"/>
    <dgm:cxn modelId="{9784BB9D-229F-254C-8192-1F80DED64770}" type="presParOf" srcId="{94E3B846-01AB-4B4B-B8D8-21A0FD80DD7F}" destId="{68B2DAB6-4F10-9E45-9DD8-3C5049382BD2}" srcOrd="1" destOrd="0" presId="urn:microsoft.com/office/officeart/2005/8/layout/vList2"/>
    <dgm:cxn modelId="{A7148734-E7F2-F341-A3D9-791E622FB783}" type="presParOf" srcId="{94E3B846-01AB-4B4B-B8D8-21A0FD80DD7F}" destId="{3A955D80-D118-9E41-B5BC-6E0162C8D99C}" srcOrd="2" destOrd="0" presId="urn:microsoft.com/office/officeart/2005/8/layout/vList2"/>
    <dgm:cxn modelId="{DA8998B3-AEFA-6148-91B2-AEF27175D68D}" type="presParOf" srcId="{94E3B846-01AB-4B4B-B8D8-21A0FD80DD7F}" destId="{36C1D33E-BE2F-E341-BE2D-5C2D6A081C1B}" srcOrd="3" destOrd="0" presId="urn:microsoft.com/office/officeart/2005/8/layout/vList2"/>
    <dgm:cxn modelId="{5DCF6559-1DFE-7646-BC31-B9D2D27B99D3}" type="presParOf" srcId="{94E3B846-01AB-4B4B-B8D8-21A0FD80DD7F}" destId="{449856D6-C142-E349-9FAB-44C00B5FE124}" srcOrd="4" destOrd="0" presId="urn:microsoft.com/office/officeart/2005/8/layout/vList2"/>
    <dgm:cxn modelId="{8BC74BC2-9946-E248-8EEE-C9005DF1DF2F}" type="presParOf" srcId="{94E3B846-01AB-4B4B-B8D8-21A0FD80DD7F}" destId="{7C4D26CC-B533-0A46-9FE3-3544B876FFBF}" srcOrd="5" destOrd="0" presId="urn:microsoft.com/office/officeart/2005/8/layout/vList2"/>
    <dgm:cxn modelId="{3BF8BF48-51C8-3549-AFD8-B3B7E882019D}" type="presParOf" srcId="{94E3B846-01AB-4B4B-B8D8-21A0FD80DD7F}" destId="{65090215-23E2-3647-B544-61A4E047FC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85E586-BFC1-4C03-8F88-7159F87F88C0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B1DEFD9-9F9A-47A0-A8C8-D9090953557E}">
      <dgm:prSet/>
      <dgm:spPr/>
      <dgm:t>
        <a:bodyPr/>
        <a:lstStyle/>
        <a:p>
          <a:r>
            <a:rPr lang="en-US"/>
            <a:t>Continuous delivery.</a:t>
          </a:r>
          <a:br>
            <a:rPr lang="en-US"/>
          </a:br>
          <a:endParaRPr lang="en-US"/>
        </a:p>
      </dgm:t>
    </dgm:pt>
    <dgm:pt modelId="{F0AD5935-E7E0-427F-A2AE-9D0C491ED775}" type="parTrans" cxnId="{67121D93-3256-434B-828E-F57938D83132}">
      <dgm:prSet/>
      <dgm:spPr/>
      <dgm:t>
        <a:bodyPr/>
        <a:lstStyle/>
        <a:p>
          <a:endParaRPr lang="en-US"/>
        </a:p>
      </dgm:t>
    </dgm:pt>
    <dgm:pt modelId="{686CD28B-28F1-4AFD-ABF0-DACDBA6A4A45}" type="sibTrans" cxnId="{67121D93-3256-434B-828E-F57938D83132}">
      <dgm:prSet/>
      <dgm:spPr/>
      <dgm:t>
        <a:bodyPr/>
        <a:lstStyle/>
        <a:p>
          <a:endParaRPr lang="en-US"/>
        </a:p>
      </dgm:t>
    </dgm:pt>
    <dgm:pt modelId="{A2BA97F9-B075-48F6-B1DE-6F48F11E107F}">
      <dgm:prSet/>
      <dgm:spPr/>
      <dgm:t>
        <a:bodyPr/>
        <a:lstStyle/>
        <a:p>
          <a:r>
            <a:rPr lang="en-US"/>
            <a:t>Automated testing.</a:t>
          </a:r>
          <a:br>
            <a:rPr lang="en-US"/>
          </a:br>
          <a:endParaRPr lang="en-US"/>
        </a:p>
      </dgm:t>
    </dgm:pt>
    <dgm:pt modelId="{1AB517A5-7374-4F69-8528-A7CED2BC5B55}" type="parTrans" cxnId="{E47FCC50-B271-4D0F-81ED-2340E4F15E4F}">
      <dgm:prSet/>
      <dgm:spPr/>
      <dgm:t>
        <a:bodyPr/>
        <a:lstStyle/>
        <a:p>
          <a:endParaRPr lang="en-US"/>
        </a:p>
      </dgm:t>
    </dgm:pt>
    <dgm:pt modelId="{99F65B64-8657-463D-858D-D59404736D05}" type="sibTrans" cxnId="{E47FCC50-B271-4D0F-81ED-2340E4F15E4F}">
      <dgm:prSet/>
      <dgm:spPr/>
      <dgm:t>
        <a:bodyPr/>
        <a:lstStyle/>
        <a:p>
          <a:endParaRPr lang="en-US"/>
        </a:p>
      </dgm:t>
    </dgm:pt>
    <dgm:pt modelId="{44C83E2D-FAFA-4BCF-96C1-6C0849859D38}">
      <dgm:prSet/>
      <dgm:spPr/>
      <dgm:t>
        <a:bodyPr/>
        <a:lstStyle/>
        <a:p>
          <a:r>
            <a:rPr lang="en-US"/>
            <a:t>Small batch sizes.</a:t>
          </a:r>
          <a:br>
            <a:rPr lang="en-US"/>
          </a:br>
          <a:endParaRPr lang="en-US"/>
        </a:p>
      </dgm:t>
    </dgm:pt>
    <dgm:pt modelId="{CB120853-D9B4-411D-B154-8DC2A9C8A87C}" type="parTrans" cxnId="{CBF0D2F0-77C7-40CA-AE79-3148A5859336}">
      <dgm:prSet/>
      <dgm:spPr/>
      <dgm:t>
        <a:bodyPr/>
        <a:lstStyle/>
        <a:p>
          <a:endParaRPr lang="en-US"/>
        </a:p>
      </dgm:t>
    </dgm:pt>
    <dgm:pt modelId="{892B9538-D8CA-48B2-BA9C-4DBC30544805}" type="sibTrans" cxnId="{CBF0D2F0-77C7-40CA-AE79-3148A5859336}">
      <dgm:prSet/>
      <dgm:spPr/>
      <dgm:t>
        <a:bodyPr/>
        <a:lstStyle/>
        <a:p>
          <a:endParaRPr lang="en-US"/>
        </a:p>
      </dgm:t>
    </dgm:pt>
    <dgm:pt modelId="{B32F93F2-30DA-4527-8554-32561DCE9BAD}">
      <dgm:prSet/>
      <dgm:spPr/>
      <dgm:t>
        <a:bodyPr/>
        <a:lstStyle/>
        <a:p>
          <a:r>
            <a:rPr lang="en-US"/>
            <a:t>Built in quality.</a:t>
          </a:r>
        </a:p>
      </dgm:t>
    </dgm:pt>
    <dgm:pt modelId="{72BE8DDA-8CC9-49C3-B979-7DE6FC444C12}" type="parTrans" cxnId="{46D70FA2-4196-40A4-BA99-21D92AEF78BE}">
      <dgm:prSet/>
      <dgm:spPr/>
      <dgm:t>
        <a:bodyPr/>
        <a:lstStyle/>
        <a:p>
          <a:endParaRPr lang="en-US"/>
        </a:p>
      </dgm:t>
    </dgm:pt>
    <dgm:pt modelId="{83A2F717-5B95-4F49-B1D0-FBF4345436CD}" type="sibTrans" cxnId="{46D70FA2-4196-40A4-BA99-21D92AEF78BE}">
      <dgm:prSet/>
      <dgm:spPr/>
      <dgm:t>
        <a:bodyPr/>
        <a:lstStyle/>
        <a:p>
          <a:endParaRPr lang="en-US"/>
        </a:p>
      </dgm:t>
    </dgm:pt>
    <dgm:pt modelId="{A64DF4A3-2CFC-9043-95B5-C115E7BA8017}" type="pres">
      <dgm:prSet presAssocID="{8485E586-BFC1-4C03-8F88-7159F87F88C0}" presName="matrix" presStyleCnt="0">
        <dgm:presLayoutVars>
          <dgm:chMax val="1"/>
          <dgm:dir/>
          <dgm:resizeHandles val="exact"/>
        </dgm:presLayoutVars>
      </dgm:prSet>
      <dgm:spPr/>
    </dgm:pt>
    <dgm:pt modelId="{7436C435-9A80-474B-9182-25778E362106}" type="pres">
      <dgm:prSet presAssocID="{8485E586-BFC1-4C03-8F88-7159F87F88C0}" presName="diamond" presStyleLbl="bgShp" presStyleIdx="0" presStyleCnt="1"/>
      <dgm:spPr/>
    </dgm:pt>
    <dgm:pt modelId="{BDA6C036-0944-3440-AC2B-4FB69EF0A618}" type="pres">
      <dgm:prSet presAssocID="{8485E586-BFC1-4C03-8F88-7159F87F88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E2DCB3E-A720-1743-9782-9FF0A7B1F4B3}" type="pres">
      <dgm:prSet presAssocID="{8485E586-BFC1-4C03-8F88-7159F87F88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A1BC043-C060-3F4E-9369-C2F5ED42D470}" type="pres">
      <dgm:prSet presAssocID="{8485E586-BFC1-4C03-8F88-7159F87F88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70D768-40A0-1A44-90B1-3C72A91E8D32}" type="pres">
      <dgm:prSet presAssocID="{8485E586-BFC1-4C03-8F88-7159F87F88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CBF714-F957-A34D-9E31-BB67693EDBBE}" type="presOf" srcId="{A2BA97F9-B075-48F6-B1DE-6F48F11E107F}" destId="{4E2DCB3E-A720-1743-9782-9FF0A7B1F4B3}" srcOrd="0" destOrd="0" presId="urn:microsoft.com/office/officeart/2005/8/layout/matrix3"/>
    <dgm:cxn modelId="{68870839-3EA5-2E44-8F8C-A3CD7382D3E8}" type="presOf" srcId="{44C83E2D-FAFA-4BCF-96C1-6C0849859D38}" destId="{1A1BC043-C060-3F4E-9369-C2F5ED42D470}" srcOrd="0" destOrd="0" presId="urn:microsoft.com/office/officeart/2005/8/layout/matrix3"/>
    <dgm:cxn modelId="{9A9E343D-271A-0743-95CB-CB9BA3E4AED6}" type="presOf" srcId="{8B1DEFD9-9F9A-47A0-A8C8-D9090953557E}" destId="{BDA6C036-0944-3440-AC2B-4FB69EF0A618}" srcOrd="0" destOrd="0" presId="urn:microsoft.com/office/officeart/2005/8/layout/matrix3"/>
    <dgm:cxn modelId="{D33EB34E-A093-6A4A-9564-353FAE5F910D}" type="presOf" srcId="{B32F93F2-30DA-4527-8554-32561DCE9BAD}" destId="{9070D768-40A0-1A44-90B1-3C72A91E8D32}" srcOrd="0" destOrd="0" presId="urn:microsoft.com/office/officeart/2005/8/layout/matrix3"/>
    <dgm:cxn modelId="{E47FCC50-B271-4D0F-81ED-2340E4F15E4F}" srcId="{8485E586-BFC1-4C03-8F88-7159F87F88C0}" destId="{A2BA97F9-B075-48F6-B1DE-6F48F11E107F}" srcOrd="1" destOrd="0" parTransId="{1AB517A5-7374-4F69-8528-A7CED2BC5B55}" sibTransId="{99F65B64-8657-463D-858D-D59404736D05}"/>
    <dgm:cxn modelId="{67121D93-3256-434B-828E-F57938D83132}" srcId="{8485E586-BFC1-4C03-8F88-7159F87F88C0}" destId="{8B1DEFD9-9F9A-47A0-A8C8-D9090953557E}" srcOrd="0" destOrd="0" parTransId="{F0AD5935-E7E0-427F-A2AE-9D0C491ED775}" sibTransId="{686CD28B-28F1-4AFD-ABF0-DACDBA6A4A45}"/>
    <dgm:cxn modelId="{46D70FA2-4196-40A4-BA99-21D92AEF78BE}" srcId="{8485E586-BFC1-4C03-8F88-7159F87F88C0}" destId="{B32F93F2-30DA-4527-8554-32561DCE9BAD}" srcOrd="3" destOrd="0" parTransId="{72BE8DDA-8CC9-49C3-B979-7DE6FC444C12}" sibTransId="{83A2F717-5B95-4F49-B1D0-FBF4345436CD}"/>
    <dgm:cxn modelId="{A2267EF0-8B10-2649-BCCC-FE2C30464417}" type="presOf" srcId="{8485E586-BFC1-4C03-8F88-7159F87F88C0}" destId="{A64DF4A3-2CFC-9043-95B5-C115E7BA8017}" srcOrd="0" destOrd="0" presId="urn:microsoft.com/office/officeart/2005/8/layout/matrix3"/>
    <dgm:cxn modelId="{CBF0D2F0-77C7-40CA-AE79-3148A5859336}" srcId="{8485E586-BFC1-4C03-8F88-7159F87F88C0}" destId="{44C83E2D-FAFA-4BCF-96C1-6C0849859D38}" srcOrd="2" destOrd="0" parTransId="{CB120853-D9B4-411D-B154-8DC2A9C8A87C}" sibTransId="{892B9538-D8CA-48B2-BA9C-4DBC30544805}"/>
    <dgm:cxn modelId="{6ACBA449-40A6-6046-A012-BE1BE947B054}" type="presParOf" srcId="{A64DF4A3-2CFC-9043-95B5-C115E7BA8017}" destId="{7436C435-9A80-474B-9182-25778E362106}" srcOrd="0" destOrd="0" presId="urn:microsoft.com/office/officeart/2005/8/layout/matrix3"/>
    <dgm:cxn modelId="{C8F20DBF-5DE5-4241-92E8-2E1C053770FB}" type="presParOf" srcId="{A64DF4A3-2CFC-9043-95B5-C115E7BA8017}" destId="{BDA6C036-0944-3440-AC2B-4FB69EF0A618}" srcOrd="1" destOrd="0" presId="urn:microsoft.com/office/officeart/2005/8/layout/matrix3"/>
    <dgm:cxn modelId="{F29C29E5-AAC2-EC40-B0E7-DFE35495F5B7}" type="presParOf" srcId="{A64DF4A3-2CFC-9043-95B5-C115E7BA8017}" destId="{4E2DCB3E-A720-1743-9782-9FF0A7B1F4B3}" srcOrd="2" destOrd="0" presId="urn:microsoft.com/office/officeart/2005/8/layout/matrix3"/>
    <dgm:cxn modelId="{E560B79F-F7D8-3348-8D60-DC383A195208}" type="presParOf" srcId="{A64DF4A3-2CFC-9043-95B5-C115E7BA8017}" destId="{1A1BC043-C060-3F4E-9369-C2F5ED42D470}" srcOrd="3" destOrd="0" presId="urn:microsoft.com/office/officeart/2005/8/layout/matrix3"/>
    <dgm:cxn modelId="{8409A37C-2F53-4643-9FFB-3EAE9A8B2202}" type="presParOf" srcId="{A64DF4A3-2CFC-9043-95B5-C115E7BA8017}" destId="{9070D768-40A0-1A44-90B1-3C72A91E8D3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7D704B-462E-4F58-B54F-712430BC317C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02D3CF-ABDE-4FEC-BAA8-CF4EF96A8462}">
      <dgm:prSet/>
      <dgm:spPr/>
      <dgm:t>
        <a:bodyPr/>
        <a:lstStyle/>
        <a:p>
          <a:r>
            <a:rPr lang="en-US"/>
            <a:t>Lead time measures total delivery speed.</a:t>
          </a:r>
          <a:br>
            <a:rPr lang="en-US"/>
          </a:br>
          <a:endParaRPr lang="en-US"/>
        </a:p>
      </dgm:t>
    </dgm:pt>
    <dgm:pt modelId="{875C8F55-86D0-4547-B78A-A4FDA48A84B5}" type="parTrans" cxnId="{AC3BA8B0-FCA2-4E59-83F3-8E6A144A2007}">
      <dgm:prSet/>
      <dgm:spPr/>
      <dgm:t>
        <a:bodyPr/>
        <a:lstStyle/>
        <a:p>
          <a:endParaRPr lang="en-US"/>
        </a:p>
      </dgm:t>
    </dgm:pt>
    <dgm:pt modelId="{684060F5-9056-4A34-8319-88C38480D71F}" type="sibTrans" cxnId="{AC3BA8B0-FCA2-4E59-83F3-8E6A144A2007}">
      <dgm:prSet/>
      <dgm:spPr/>
      <dgm:t>
        <a:bodyPr/>
        <a:lstStyle/>
        <a:p>
          <a:endParaRPr lang="en-US"/>
        </a:p>
      </dgm:t>
    </dgm:pt>
    <dgm:pt modelId="{A527B1D2-04B7-4005-A3A3-10BF5FDC9DD0}">
      <dgm:prSet/>
      <dgm:spPr/>
      <dgm:t>
        <a:bodyPr/>
        <a:lstStyle/>
        <a:p>
          <a:r>
            <a:rPr lang="en-US"/>
            <a:t>Processing time measures active work.</a:t>
          </a:r>
          <a:br>
            <a:rPr lang="en-US"/>
          </a:br>
          <a:endParaRPr lang="en-US"/>
        </a:p>
      </dgm:t>
    </dgm:pt>
    <dgm:pt modelId="{F91DADC0-4199-40C4-ACD8-C6101ED82395}" type="parTrans" cxnId="{A63F6B98-FD73-4DF1-8EA4-1AFC875F723A}">
      <dgm:prSet/>
      <dgm:spPr/>
      <dgm:t>
        <a:bodyPr/>
        <a:lstStyle/>
        <a:p>
          <a:endParaRPr lang="en-US"/>
        </a:p>
      </dgm:t>
    </dgm:pt>
    <dgm:pt modelId="{2C37C1D4-1ECA-454C-89E9-4C2D06D0B714}" type="sibTrans" cxnId="{A63F6B98-FD73-4DF1-8EA4-1AFC875F723A}">
      <dgm:prSet/>
      <dgm:spPr/>
      <dgm:t>
        <a:bodyPr/>
        <a:lstStyle/>
        <a:p>
          <a:endParaRPr lang="en-US"/>
        </a:p>
      </dgm:t>
    </dgm:pt>
    <dgm:pt modelId="{27CDDEE9-554F-48F9-A05B-B3EB449A74ED}">
      <dgm:prSet/>
      <dgm:spPr/>
      <dgm:t>
        <a:bodyPr/>
        <a:lstStyle/>
        <a:p>
          <a:r>
            <a:rPr lang="en-US"/>
            <a:t>Traditional deployments take months.</a:t>
          </a:r>
          <a:br>
            <a:rPr lang="en-US"/>
          </a:br>
          <a:endParaRPr lang="en-US"/>
        </a:p>
      </dgm:t>
    </dgm:pt>
    <dgm:pt modelId="{F7C3ABDC-A9A9-49B5-A42C-C4B4030E4CC3}" type="parTrans" cxnId="{B9B76402-0411-4605-BA2B-8F124422269E}">
      <dgm:prSet/>
      <dgm:spPr/>
      <dgm:t>
        <a:bodyPr/>
        <a:lstStyle/>
        <a:p>
          <a:endParaRPr lang="en-US"/>
        </a:p>
      </dgm:t>
    </dgm:pt>
    <dgm:pt modelId="{552D49AD-28DC-4A99-ACAE-CB93F16285A6}" type="sibTrans" cxnId="{B9B76402-0411-4605-BA2B-8F124422269E}">
      <dgm:prSet/>
      <dgm:spPr/>
      <dgm:t>
        <a:bodyPr/>
        <a:lstStyle/>
        <a:p>
          <a:endParaRPr lang="en-US"/>
        </a:p>
      </dgm:t>
    </dgm:pt>
    <dgm:pt modelId="{D54A409C-8834-448C-AD66-15780FA33CC6}">
      <dgm:prSet/>
      <dgm:spPr/>
      <dgm:t>
        <a:bodyPr/>
        <a:lstStyle/>
        <a:p>
          <a:r>
            <a:rPr lang="en-US"/>
            <a:t>DevOps targets minutes.</a:t>
          </a:r>
        </a:p>
      </dgm:t>
    </dgm:pt>
    <dgm:pt modelId="{4EF51685-9A93-4CDD-8910-8F352B2F30E3}" type="parTrans" cxnId="{0AD671EA-CD42-4566-9C83-A5838A3166C5}">
      <dgm:prSet/>
      <dgm:spPr/>
      <dgm:t>
        <a:bodyPr/>
        <a:lstStyle/>
        <a:p>
          <a:endParaRPr lang="en-US"/>
        </a:p>
      </dgm:t>
    </dgm:pt>
    <dgm:pt modelId="{1D37C4D2-94BE-44A9-8009-6495FB0001F0}" type="sibTrans" cxnId="{0AD671EA-CD42-4566-9C83-A5838A3166C5}">
      <dgm:prSet/>
      <dgm:spPr/>
      <dgm:t>
        <a:bodyPr/>
        <a:lstStyle/>
        <a:p>
          <a:endParaRPr lang="en-US"/>
        </a:p>
      </dgm:t>
    </dgm:pt>
    <dgm:pt modelId="{E1BC26F3-2136-934A-B957-04630FB47395}" type="pres">
      <dgm:prSet presAssocID="{2F7D704B-462E-4F58-B54F-712430BC317C}" presName="matrix" presStyleCnt="0">
        <dgm:presLayoutVars>
          <dgm:chMax val="1"/>
          <dgm:dir/>
          <dgm:resizeHandles val="exact"/>
        </dgm:presLayoutVars>
      </dgm:prSet>
      <dgm:spPr/>
    </dgm:pt>
    <dgm:pt modelId="{70539A25-6ED2-F447-9588-BDA4A4987F83}" type="pres">
      <dgm:prSet presAssocID="{2F7D704B-462E-4F58-B54F-712430BC317C}" presName="diamond" presStyleLbl="bgShp" presStyleIdx="0" presStyleCnt="1"/>
      <dgm:spPr/>
    </dgm:pt>
    <dgm:pt modelId="{DFBB4C17-5FB6-5742-AF7B-B5F3B8BDCD8E}" type="pres">
      <dgm:prSet presAssocID="{2F7D704B-462E-4F58-B54F-712430BC317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913195B-A722-3E48-8A4A-35A456A2EEF6}" type="pres">
      <dgm:prSet presAssocID="{2F7D704B-462E-4F58-B54F-712430BC317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8AEF18-37BB-B54F-8DAC-9F80AFF10DD2}" type="pres">
      <dgm:prSet presAssocID="{2F7D704B-462E-4F58-B54F-712430BC317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1096B6A-31CD-2D40-838C-109DE9287E50}" type="pres">
      <dgm:prSet presAssocID="{2F7D704B-462E-4F58-B54F-712430BC317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9B76402-0411-4605-BA2B-8F124422269E}" srcId="{2F7D704B-462E-4F58-B54F-712430BC317C}" destId="{27CDDEE9-554F-48F9-A05B-B3EB449A74ED}" srcOrd="2" destOrd="0" parTransId="{F7C3ABDC-A9A9-49B5-A42C-C4B4030E4CC3}" sibTransId="{552D49AD-28DC-4A99-ACAE-CB93F16285A6}"/>
    <dgm:cxn modelId="{A0E55A7E-4650-A34C-8F8D-13DE329F3EFE}" type="presOf" srcId="{A527B1D2-04B7-4005-A3A3-10BF5FDC9DD0}" destId="{C913195B-A722-3E48-8A4A-35A456A2EEF6}" srcOrd="0" destOrd="0" presId="urn:microsoft.com/office/officeart/2005/8/layout/matrix3"/>
    <dgm:cxn modelId="{A63F6B98-FD73-4DF1-8EA4-1AFC875F723A}" srcId="{2F7D704B-462E-4F58-B54F-712430BC317C}" destId="{A527B1D2-04B7-4005-A3A3-10BF5FDC9DD0}" srcOrd="1" destOrd="0" parTransId="{F91DADC0-4199-40C4-ACD8-C6101ED82395}" sibTransId="{2C37C1D4-1ECA-454C-89E9-4C2D06D0B714}"/>
    <dgm:cxn modelId="{16787C9E-7BFB-3E40-97D5-2F8A3B17F9C2}" type="presOf" srcId="{5802D3CF-ABDE-4FEC-BAA8-CF4EF96A8462}" destId="{DFBB4C17-5FB6-5742-AF7B-B5F3B8BDCD8E}" srcOrd="0" destOrd="0" presId="urn:microsoft.com/office/officeart/2005/8/layout/matrix3"/>
    <dgm:cxn modelId="{2329B09E-4A2C-4A4D-B7D4-1020545E98D3}" type="presOf" srcId="{27CDDEE9-554F-48F9-A05B-B3EB449A74ED}" destId="{DD8AEF18-37BB-B54F-8DAC-9F80AFF10DD2}" srcOrd="0" destOrd="0" presId="urn:microsoft.com/office/officeart/2005/8/layout/matrix3"/>
    <dgm:cxn modelId="{2B8143AE-795B-D046-99BB-8EB74D8D7F0A}" type="presOf" srcId="{2F7D704B-462E-4F58-B54F-712430BC317C}" destId="{E1BC26F3-2136-934A-B957-04630FB47395}" srcOrd="0" destOrd="0" presId="urn:microsoft.com/office/officeart/2005/8/layout/matrix3"/>
    <dgm:cxn modelId="{AC3BA8B0-FCA2-4E59-83F3-8E6A144A2007}" srcId="{2F7D704B-462E-4F58-B54F-712430BC317C}" destId="{5802D3CF-ABDE-4FEC-BAA8-CF4EF96A8462}" srcOrd="0" destOrd="0" parTransId="{875C8F55-86D0-4547-B78A-A4FDA48A84B5}" sibTransId="{684060F5-9056-4A34-8319-88C38480D71F}"/>
    <dgm:cxn modelId="{0AD671EA-CD42-4566-9C83-A5838A3166C5}" srcId="{2F7D704B-462E-4F58-B54F-712430BC317C}" destId="{D54A409C-8834-448C-AD66-15780FA33CC6}" srcOrd="3" destOrd="0" parTransId="{4EF51685-9A93-4CDD-8910-8F352B2F30E3}" sibTransId="{1D37C4D2-94BE-44A9-8009-6495FB0001F0}"/>
    <dgm:cxn modelId="{22BB1EFC-1A27-674C-971D-4A9752166F7F}" type="presOf" srcId="{D54A409C-8834-448C-AD66-15780FA33CC6}" destId="{F1096B6A-31CD-2D40-838C-109DE9287E50}" srcOrd="0" destOrd="0" presId="urn:microsoft.com/office/officeart/2005/8/layout/matrix3"/>
    <dgm:cxn modelId="{0B2E2197-FF66-6044-A9D5-D6907AEB7D05}" type="presParOf" srcId="{E1BC26F3-2136-934A-B957-04630FB47395}" destId="{70539A25-6ED2-F447-9588-BDA4A4987F83}" srcOrd="0" destOrd="0" presId="urn:microsoft.com/office/officeart/2005/8/layout/matrix3"/>
    <dgm:cxn modelId="{19DAF81A-B381-8849-949D-A3C47A0D087B}" type="presParOf" srcId="{E1BC26F3-2136-934A-B957-04630FB47395}" destId="{DFBB4C17-5FB6-5742-AF7B-B5F3B8BDCD8E}" srcOrd="1" destOrd="0" presId="urn:microsoft.com/office/officeart/2005/8/layout/matrix3"/>
    <dgm:cxn modelId="{BDAA7E3A-9F16-1048-92BD-69BCE41354E4}" type="presParOf" srcId="{E1BC26F3-2136-934A-B957-04630FB47395}" destId="{C913195B-A722-3E48-8A4A-35A456A2EEF6}" srcOrd="2" destOrd="0" presId="urn:microsoft.com/office/officeart/2005/8/layout/matrix3"/>
    <dgm:cxn modelId="{CA02725E-7839-484B-835A-DE6AA0F95CC2}" type="presParOf" srcId="{E1BC26F3-2136-934A-B957-04630FB47395}" destId="{DD8AEF18-37BB-B54F-8DAC-9F80AFF10DD2}" srcOrd="3" destOrd="0" presId="urn:microsoft.com/office/officeart/2005/8/layout/matrix3"/>
    <dgm:cxn modelId="{AC5BDA62-5C29-9F41-88F9-AD4C7924657A}" type="presParOf" srcId="{E1BC26F3-2136-934A-B957-04630FB47395}" destId="{F1096B6A-31CD-2D40-838C-109DE9287E5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20F15-DBED-48EC-8C81-5D5B21E1317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CE904-ACD1-44C6-87A9-0069B352E672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4CFF6-C08C-4F5A-8790-B30C5B4943B1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Lead Time</a:t>
          </a:r>
          <a:br>
            <a:rPr lang="en-US" sz="1600" kern="1200" dirty="0"/>
          </a:br>
          <a:r>
            <a:rPr lang="en-US" sz="1600" kern="1200" dirty="0"/>
            <a:t>• Starts when the customer request is made</a:t>
          </a:r>
          <a:br>
            <a:rPr lang="en-US" sz="1600" kern="1200" dirty="0"/>
          </a:br>
          <a:r>
            <a:rPr lang="en-US" sz="1600" kern="1200" dirty="0"/>
            <a:t>• Ends when the request is fulfilled</a:t>
          </a:r>
          <a:br>
            <a:rPr lang="en-US" sz="1600" kern="1200" dirty="0"/>
          </a:br>
          <a:r>
            <a:rPr lang="en-US" sz="1600" kern="1200" dirty="0"/>
            <a:t>• Includes wait/queue time and active work time</a:t>
          </a:r>
        </a:p>
      </dsp:txBody>
      <dsp:txXfrm>
        <a:off x="1910542" y="895997"/>
        <a:ext cx="4453681" cy="1654149"/>
      </dsp:txXfrm>
    </dsp:sp>
    <dsp:sp modelId="{861B1508-AA9C-451B-B82C-E192DDB78961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99F52B-7AD8-45DA-90D9-99C81E6C0E2C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22EC5-02D7-42AB-98BD-B521F69C8BC6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Processing Time</a:t>
          </a:r>
          <a:br>
            <a:rPr lang="en-US" sz="1600" kern="1200" dirty="0"/>
          </a:br>
          <a:r>
            <a:rPr lang="en-US" sz="1600" kern="1200" dirty="0"/>
            <a:t>• Starts when work actually begins</a:t>
          </a:r>
          <a:br>
            <a:rPr lang="en-US" sz="1600" kern="1200" dirty="0"/>
          </a:br>
          <a:r>
            <a:rPr lang="en-US" sz="1600" kern="1200" dirty="0"/>
            <a:t>• Only includes the time spent actively working</a:t>
          </a:r>
        </a:p>
      </dsp:txBody>
      <dsp:txXfrm>
        <a:off x="1910542" y="2963684"/>
        <a:ext cx="4453681" cy="1654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CEF61-6F2D-8D43-ACB6-7B88BB6E5E39}">
      <dsp:nvSpPr>
        <dsp:cNvPr id="0" name=""/>
        <dsp:cNvSpPr/>
      </dsp:nvSpPr>
      <dsp:spPr>
        <a:xfrm>
          <a:off x="0" y="281330"/>
          <a:ext cx="6364224" cy="15947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• Lead time represents what the customer experiences.</a:t>
          </a:r>
          <a:br>
            <a:rPr lang="en-US" sz="2900" kern="1200" dirty="0"/>
          </a:br>
          <a:endParaRPr lang="en-US" sz="2900" kern="1200" dirty="0"/>
        </a:p>
      </dsp:txBody>
      <dsp:txXfrm>
        <a:off x="77847" y="359177"/>
        <a:ext cx="6208530" cy="1439016"/>
      </dsp:txXfrm>
    </dsp:sp>
    <dsp:sp modelId="{5471A384-DEE7-074F-8AE3-ACF177A7CDB3}">
      <dsp:nvSpPr>
        <dsp:cNvPr id="0" name=""/>
        <dsp:cNvSpPr/>
      </dsp:nvSpPr>
      <dsp:spPr>
        <a:xfrm>
          <a:off x="0" y="1959561"/>
          <a:ext cx="6364224" cy="159471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• A long lead time often hides delays and inefficient workflow.</a:t>
          </a:r>
          <a:br>
            <a:rPr lang="en-US" sz="2900" kern="1200" dirty="0"/>
          </a:br>
          <a:endParaRPr lang="en-US" sz="2900" kern="1200" dirty="0"/>
        </a:p>
      </dsp:txBody>
      <dsp:txXfrm>
        <a:off x="77847" y="2037408"/>
        <a:ext cx="6208530" cy="1439016"/>
      </dsp:txXfrm>
    </dsp:sp>
    <dsp:sp modelId="{3FB1F348-8A45-5041-AB5C-7B5A0537CC58}">
      <dsp:nvSpPr>
        <dsp:cNvPr id="0" name=""/>
        <dsp:cNvSpPr/>
      </dsp:nvSpPr>
      <dsp:spPr>
        <a:xfrm>
          <a:off x="0" y="3637791"/>
          <a:ext cx="6364224" cy="159471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• Reducing </a:t>
          </a:r>
          <a:r>
            <a:rPr lang="en-US" sz="2900" i="1" kern="1200" dirty="0"/>
            <a:t>lead time</a:t>
          </a:r>
          <a:r>
            <a:rPr lang="en-US" sz="2900" kern="1200" dirty="0"/>
            <a:t> requires shortening wait times and optimizing flow, not just faster processing. </a:t>
          </a:r>
        </a:p>
      </dsp:txBody>
      <dsp:txXfrm>
        <a:off x="77847" y="3715638"/>
        <a:ext cx="6208530" cy="1439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BAD34-0BB9-4FE4-AD5E-BC1818EC3E1D}">
      <dsp:nvSpPr>
        <dsp:cNvPr id="0" name=""/>
        <dsp:cNvSpPr/>
      </dsp:nvSpPr>
      <dsp:spPr>
        <a:xfrm>
          <a:off x="1448517" y="3918"/>
          <a:ext cx="1282954" cy="12829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24E4C-864C-47E1-A012-78F7AE6CF7FC}">
      <dsp:nvSpPr>
        <dsp:cNvPr id="0" name=""/>
        <dsp:cNvSpPr/>
      </dsp:nvSpPr>
      <dsp:spPr>
        <a:xfrm>
          <a:off x="1721933" y="277335"/>
          <a:ext cx="736121" cy="736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A19B7-D7D9-41BB-9843-FC95DBD1F1AD}">
      <dsp:nvSpPr>
        <dsp:cNvPr id="0" name=""/>
        <dsp:cNvSpPr/>
      </dsp:nvSpPr>
      <dsp:spPr>
        <a:xfrm>
          <a:off x="1038392" y="1686481"/>
          <a:ext cx="2103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Manual testing and approvals.</a:t>
          </a:r>
          <a:br>
            <a:rPr lang="en-US" sz="1700" kern="1200"/>
          </a:br>
          <a:endParaRPr lang="en-US" sz="1700" kern="1200"/>
        </a:p>
      </dsp:txBody>
      <dsp:txXfrm>
        <a:off x="1038392" y="1686481"/>
        <a:ext cx="2103203" cy="720000"/>
      </dsp:txXfrm>
    </dsp:sp>
    <dsp:sp modelId="{B129A275-C339-4A0D-9C02-134AFA2B6504}">
      <dsp:nvSpPr>
        <dsp:cNvPr id="0" name=""/>
        <dsp:cNvSpPr/>
      </dsp:nvSpPr>
      <dsp:spPr>
        <a:xfrm>
          <a:off x="3919781" y="3918"/>
          <a:ext cx="1282954" cy="12829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BE374-762B-4E2B-9BDE-56ECE7481A8E}">
      <dsp:nvSpPr>
        <dsp:cNvPr id="0" name=""/>
        <dsp:cNvSpPr/>
      </dsp:nvSpPr>
      <dsp:spPr>
        <a:xfrm>
          <a:off x="4193197" y="277335"/>
          <a:ext cx="736121" cy="736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D7BC7-01D5-4BC2-A174-50416206EB18}">
      <dsp:nvSpPr>
        <dsp:cNvPr id="0" name=""/>
        <dsp:cNvSpPr/>
      </dsp:nvSpPr>
      <dsp:spPr>
        <a:xfrm>
          <a:off x="3509656" y="1686481"/>
          <a:ext cx="2103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Large batch releases.</a:t>
          </a:r>
          <a:br>
            <a:rPr lang="en-US" sz="1700" kern="1200"/>
          </a:br>
          <a:endParaRPr lang="en-US" sz="1700" kern="1200"/>
        </a:p>
      </dsp:txBody>
      <dsp:txXfrm>
        <a:off x="3509656" y="1686481"/>
        <a:ext cx="2103203" cy="720000"/>
      </dsp:txXfrm>
    </dsp:sp>
    <dsp:sp modelId="{C69B684C-7AB7-4D30-9E81-63C6C5FF6BDA}">
      <dsp:nvSpPr>
        <dsp:cNvPr id="0" name=""/>
        <dsp:cNvSpPr/>
      </dsp:nvSpPr>
      <dsp:spPr>
        <a:xfrm>
          <a:off x="1448517" y="2932282"/>
          <a:ext cx="1282954" cy="12829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E4A01-CC30-4A98-BF34-FD77D89E0730}">
      <dsp:nvSpPr>
        <dsp:cNvPr id="0" name=""/>
        <dsp:cNvSpPr/>
      </dsp:nvSpPr>
      <dsp:spPr>
        <a:xfrm>
          <a:off x="1721933" y="3205698"/>
          <a:ext cx="736121" cy="736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66D54-2511-47DD-9877-FA5827C58351}">
      <dsp:nvSpPr>
        <dsp:cNvPr id="0" name=""/>
        <dsp:cNvSpPr/>
      </dsp:nvSpPr>
      <dsp:spPr>
        <a:xfrm>
          <a:off x="1038392" y="4614845"/>
          <a:ext cx="2103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Tightly coupled systems.</a:t>
          </a:r>
          <a:br>
            <a:rPr lang="en-US" sz="1700" kern="1200"/>
          </a:br>
          <a:endParaRPr lang="en-US" sz="1700" kern="1200"/>
        </a:p>
      </dsp:txBody>
      <dsp:txXfrm>
        <a:off x="1038392" y="4614845"/>
        <a:ext cx="2103203" cy="720000"/>
      </dsp:txXfrm>
    </dsp:sp>
    <dsp:sp modelId="{D7BEFDE6-E1DF-4186-BC57-E0429F24F232}">
      <dsp:nvSpPr>
        <dsp:cNvPr id="0" name=""/>
        <dsp:cNvSpPr/>
      </dsp:nvSpPr>
      <dsp:spPr>
        <a:xfrm>
          <a:off x="3919781" y="2932282"/>
          <a:ext cx="1282954" cy="128295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556E1-DC74-425C-98A8-886EF2763084}">
      <dsp:nvSpPr>
        <dsp:cNvPr id="0" name=""/>
        <dsp:cNvSpPr/>
      </dsp:nvSpPr>
      <dsp:spPr>
        <a:xfrm>
          <a:off x="4193197" y="3205698"/>
          <a:ext cx="736121" cy="736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03EBA-C1E0-4A9F-96BE-282BD640A160}">
      <dsp:nvSpPr>
        <dsp:cNvPr id="0" name=""/>
        <dsp:cNvSpPr/>
      </dsp:nvSpPr>
      <dsp:spPr>
        <a:xfrm>
          <a:off x="3509656" y="4614845"/>
          <a:ext cx="2103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Deployment takes months.</a:t>
          </a:r>
        </a:p>
      </dsp:txBody>
      <dsp:txXfrm>
        <a:off x="3509656" y="4614845"/>
        <a:ext cx="2103203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3AFA8-3585-6943-9EAD-7BF2D9B685A1}">
      <dsp:nvSpPr>
        <dsp:cNvPr id="0" name=""/>
        <dsp:cNvSpPr/>
      </dsp:nvSpPr>
      <dsp:spPr>
        <a:xfrm>
          <a:off x="0" y="24870"/>
          <a:ext cx="6900512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Small code changes checked into version control</a:t>
          </a:r>
          <a:br>
            <a:rPr lang="en-US" sz="2400" kern="1200" dirty="0"/>
          </a:br>
          <a:endParaRPr lang="en-US" sz="2400" kern="1200" dirty="0"/>
        </a:p>
      </dsp:txBody>
      <dsp:txXfrm>
        <a:off x="64425" y="89295"/>
        <a:ext cx="6771662" cy="1190909"/>
      </dsp:txXfrm>
    </dsp:sp>
    <dsp:sp modelId="{3A955D80-D118-9E41-B5BC-6E0162C8D99C}">
      <dsp:nvSpPr>
        <dsp:cNvPr id="0" name=""/>
        <dsp:cNvSpPr/>
      </dsp:nvSpPr>
      <dsp:spPr>
        <a:xfrm>
          <a:off x="0" y="1413750"/>
          <a:ext cx="6900512" cy="131975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Automated testing &amp; continuous integration</a:t>
          </a:r>
          <a:br>
            <a:rPr lang="en-US" sz="2400" kern="1200" dirty="0"/>
          </a:br>
          <a:endParaRPr lang="en-US" sz="2400" kern="1200" dirty="0"/>
        </a:p>
      </dsp:txBody>
      <dsp:txXfrm>
        <a:off x="64425" y="1478175"/>
        <a:ext cx="6771662" cy="1190909"/>
      </dsp:txXfrm>
    </dsp:sp>
    <dsp:sp modelId="{449856D6-C142-E349-9FAB-44C00B5FE124}">
      <dsp:nvSpPr>
        <dsp:cNvPr id="0" name=""/>
        <dsp:cNvSpPr/>
      </dsp:nvSpPr>
      <dsp:spPr>
        <a:xfrm>
          <a:off x="0" y="2802630"/>
          <a:ext cx="6900512" cy="1319759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Modular, loosely coupled architectures</a:t>
          </a:r>
          <a:br>
            <a:rPr lang="en-US" sz="2400" kern="1200" dirty="0"/>
          </a:br>
          <a:endParaRPr lang="en-US" sz="2400" kern="1200" dirty="0"/>
        </a:p>
      </dsp:txBody>
      <dsp:txXfrm>
        <a:off x="64425" y="2867055"/>
        <a:ext cx="6771662" cy="1190909"/>
      </dsp:txXfrm>
    </dsp:sp>
    <dsp:sp modelId="{65090215-23E2-3647-B544-61A4E047FCCA}">
      <dsp:nvSpPr>
        <dsp:cNvPr id="0" name=""/>
        <dsp:cNvSpPr/>
      </dsp:nvSpPr>
      <dsp:spPr>
        <a:xfrm>
          <a:off x="0" y="4191510"/>
          <a:ext cx="6900512" cy="131975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Fast feedback &amp; high team autonomy </a:t>
          </a:r>
        </a:p>
      </dsp:txBody>
      <dsp:txXfrm>
        <a:off x="64425" y="4255935"/>
        <a:ext cx="6771662" cy="11909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6C435-9A80-474B-9182-25778E362106}">
      <dsp:nvSpPr>
        <dsp:cNvPr id="0" name=""/>
        <dsp:cNvSpPr/>
      </dsp:nvSpPr>
      <dsp:spPr>
        <a:xfrm>
          <a:off x="379476" y="0"/>
          <a:ext cx="5504687" cy="5504687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6C036-0944-3440-AC2B-4FB69EF0A618}">
      <dsp:nvSpPr>
        <dsp:cNvPr id="0" name=""/>
        <dsp:cNvSpPr/>
      </dsp:nvSpPr>
      <dsp:spPr>
        <a:xfrm>
          <a:off x="902421" y="522945"/>
          <a:ext cx="2146828" cy="21468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Continuous delivery.</a:t>
          </a:r>
          <a:br>
            <a:rPr lang="en-US" sz="2600" kern="1200"/>
          </a:br>
          <a:endParaRPr lang="en-US" sz="2600" kern="1200"/>
        </a:p>
      </dsp:txBody>
      <dsp:txXfrm>
        <a:off x="1007221" y="627745"/>
        <a:ext cx="1937228" cy="1937228"/>
      </dsp:txXfrm>
    </dsp:sp>
    <dsp:sp modelId="{4E2DCB3E-A720-1743-9782-9FF0A7B1F4B3}">
      <dsp:nvSpPr>
        <dsp:cNvPr id="0" name=""/>
        <dsp:cNvSpPr/>
      </dsp:nvSpPr>
      <dsp:spPr>
        <a:xfrm>
          <a:off x="3214390" y="522945"/>
          <a:ext cx="2146828" cy="2146828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Automated testing.</a:t>
          </a:r>
          <a:br>
            <a:rPr lang="en-US" sz="2600" kern="1200"/>
          </a:br>
          <a:endParaRPr lang="en-US" sz="2600" kern="1200"/>
        </a:p>
      </dsp:txBody>
      <dsp:txXfrm>
        <a:off x="3319190" y="627745"/>
        <a:ext cx="1937228" cy="1937228"/>
      </dsp:txXfrm>
    </dsp:sp>
    <dsp:sp modelId="{1A1BC043-C060-3F4E-9369-C2F5ED42D470}">
      <dsp:nvSpPr>
        <dsp:cNvPr id="0" name=""/>
        <dsp:cNvSpPr/>
      </dsp:nvSpPr>
      <dsp:spPr>
        <a:xfrm>
          <a:off x="902421" y="2834914"/>
          <a:ext cx="2146828" cy="2146828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Small batch sizes.</a:t>
          </a:r>
          <a:br>
            <a:rPr lang="en-US" sz="2600" kern="1200"/>
          </a:br>
          <a:endParaRPr lang="en-US" sz="2600" kern="1200"/>
        </a:p>
      </dsp:txBody>
      <dsp:txXfrm>
        <a:off x="1007221" y="2939714"/>
        <a:ext cx="1937228" cy="1937228"/>
      </dsp:txXfrm>
    </dsp:sp>
    <dsp:sp modelId="{9070D768-40A0-1A44-90B1-3C72A91E8D32}">
      <dsp:nvSpPr>
        <dsp:cNvPr id="0" name=""/>
        <dsp:cNvSpPr/>
      </dsp:nvSpPr>
      <dsp:spPr>
        <a:xfrm>
          <a:off x="3214390" y="2834914"/>
          <a:ext cx="2146828" cy="214682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Built in quality.</a:t>
          </a:r>
        </a:p>
      </dsp:txBody>
      <dsp:txXfrm>
        <a:off x="3319190" y="2939714"/>
        <a:ext cx="1937228" cy="19372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39A25-6ED2-F447-9588-BDA4A4987F83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B4C17-5FB6-5742-AF7B-B5F3B8BDCD8E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Lead time measures total delivery speed.</a:t>
          </a:r>
          <a:br>
            <a:rPr lang="en-US" sz="2400" kern="1200"/>
          </a:br>
          <a:endParaRPr lang="en-US" sz="2400" kern="1200"/>
        </a:p>
      </dsp:txBody>
      <dsp:txXfrm>
        <a:off x="1313516" y="631331"/>
        <a:ext cx="1948298" cy="1948298"/>
      </dsp:txXfrm>
    </dsp:sp>
    <dsp:sp modelId="{C913195B-A722-3E48-8A4A-35A456A2EEF6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Processing time measures active work.</a:t>
          </a:r>
          <a:br>
            <a:rPr lang="en-US" sz="2400" kern="1200"/>
          </a:br>
          <a:endParaRPr lang="en-US" sz="2400" kern="1200"/>
        </a:p>
      </dsp:txBody>
      <dsp:txXfrm>
        <a:off x="3638696" y="631331"/>
        <a:ext cx="1948298" cy="1948298"/>
      </dsp:txXfrm>
    </dsp:sp>
    <dsp:sp modelId="{DD8AEF18-37BB-B54F-8DAC-9F80AFF10DD2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Traditional deployments take months.</a:t>
          </a:r>
          <a:br>
            <a:rPr lang="en-US" sz="2400" kern="1200"/>
          </a:br>
          <a:endParaRPr lang="en-US" sz="2400" kern="1200"/>
        </a:p>
      </dsp:txBody>
      <dsp:txXfrm>
        <a:off x="1313516" y="2956510"/>
        <a:ext cx="1948298" cy="1948298"/>
      </dsp:txXfrm>
    </dsp:sp>
    <dsp:sp modelId="{F1096B6A-31CD-2D40-838C-109DE9287E50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DevOps targets minutes.</a:t>
          </a:r>
        </a:p>
      </dsp:txBody>
      <dsp:txXfrm>
        <a:off x="3638696" y="2956510"/>
        <a:ext cx="1948298" cy="1948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7822-DF11-3174-5E29-1DA5940B4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21FFA-0223-6912-1027-A08BCD243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8CC64-F7DB-A679-63CB-6D3631CA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B4D3-F135-5010-3D40-FB08BC5A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1C77-375F-83AE-6D01-8F16DF33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2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7F99-627C-C8E0-0125-70C3509B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1E048-CEFC-D412-9A06-430AD82A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D2B2-49FD-47F7-5FB6-381A93D6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9B66-0A15-F709-7810-42BAD9AD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BDBB0-4AE4-E8C9-DDFB-E06BCC1D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5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7A3E-AC26-7AA0-6674-FD804851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6A3B1-03E0-4027-DD6C-F9C01263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640AB-A1D8-FE9A-C426-B175438F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D968A-3D94-F376-B849-8377E88B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31884-2988-3E51-B7E0-9FB8C443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9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0987-BBB0-F781-212B-BE7C457B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EB142-FF94-46EC-5B52-EB095ACFB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BEC5E-44DF-2E05-6CEA-3F2DFDC12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FB019-B097-64B0-073E-090772B1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51A2F-D444-A9C5-334C-D599B6D5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AAE08-2D2D-CE75-8DD1-D9B2CCA3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50F0-99B3-91F9-8006-A178E381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68D3A-D3D7-3F41-F6F1-0CB10B5D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5D7CC-B691-93CA-DF05-B092F0AED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870CE-5188-F769-E981-ADB9F130E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4FC78-9EB7-D719-5D12-071216BC5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80872-6FEE-DDC5-34B9-943D1CC0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5FA88-C570-A49C-40F0-CA4617F1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4AD8E-2418-347F-4221-A30B1153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7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5103-424C-8D1F-3859-8FC5524F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91FA2-7BF7-6DB4-0AF3-95FCC729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2E7F3-C1EC-88F9-19AB-6BBD4D18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0C3F1-D387-0E13-85F3-6DDDEEC1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9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9E11F-4B1B-F49F-A362-A88E4558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48FFA-336F-0089-193A-A634F580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24648-9CC7-9975-B6ED-BF59E957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0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B50C-3B62-E3E1-BDD9-A6394729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E204-4001-F37F-4561-017C25CE9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046F2-8186-46D9-08E0-23B87870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1741-019B-EA24-2F8D-566DB1CF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3F718-48AB-BBF4-03A5-782BADDD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5AA5E-EB30-56AD-49CD-F1B268A5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6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6720-92ED-0416-046F-EB4BF2FC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056A5-5527-F12B-BC1D-59C3224A4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DFA3D-3149-3DD7-D02C-BC09D5630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130E-D55D-FC60-6DB7-1C65D8DF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97D86-430D-8A9B-1FA9-93C97372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93810-154F-BD01-88EF-F87B8160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61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59A-7C65-2DE7-E12D-2D06BD42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6C552-83EB-4569-93A4-A4407C0F3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B6FFE-700F-2EC1-9C89-D8538BF5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30388-E4D3-33B8-349C-374C8151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9C19-C9E6-B118-0E63-CAB65EB8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5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5F37A-89DA-A5F0-19FE-AD6E5A022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23AE3-1503-F3CE-1004-BF9161E07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D0F94-E758-FF83-836E-721ED60E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6CDD7-108F-EC81-F075-85A8B662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336D9-6838-E150-2174-0AEAE78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23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C477-35A5-29C6-B4C6-462E0929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49C5C-2EDA-FE5C-E4E5-60E7FA8CD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75221-1FFA-3F8D-F6D7-527BB931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99E11-DB2B-C32F-631F-0DEA1295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B204-14B4-3E88-28BC-A268BEE0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9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B7D57-10BD-C5E2-C38B-2CDBD310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0035E-C2AF-7BEC-F9BA-A529DC70E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E803D-06EE-67D7-637B-DD3D7F872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D395F-7E1D-D34E-A2ED-DE85CD147D9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DAF50-BC76-574D-C02C-7EA8EB787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57C9-78DE-A26B-B08D-B7AB85EDF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E7C23-1775-264F-B2C5-D97532476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1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46010-59EE-CAAB-6117-17DC1C3F4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1E5E6-F612-7AAF-06A5-B27916BBA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</a:rPr>
              <a:t>Lead Time, Processing Time, and DevOps Flow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85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A426-F90D-DA6F-2CC8-483F11B8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the Technology Value Stream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E5F4F-F7C3-F983-F1DE-9B5964173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A </a:t>
            </a:r>
            <a:r>
              <a:rPr lang="en-US" sz="2000" i="1" dirty="0"/>
              <a:t>value stream</a:t>
            </a:r>
            <a:r>
              <a:rPr lang="en-US" sz="2000" dirty="0"/>
              <a:t> is the sequence of activities an organization undertakes to deliver on a customer request—from initial idea through delivery and value realization. </a:t>
            </a:r>
          </a:p>
          <a:p>
            <a:r>
              <a:rPr lang="en-US" sz="2000" dirty="0"/>
              <a:t>In technology (DevOps context), the </a:t>
            </a:r>
            <a:r>
              <a:rPr lang="en-US" sz="2000" b="1" dirty="0"/>
              <a:t>technology value stream</a:t>
            </a:r>
            <a:r>
              <a:rPr lang="en-US" sz="2000" dirty="0"/>
              <a:t> is the process of turning a business hypothesis into a technology-enabled service that delivers value in production.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The goal focuses on fast and reliable delivery.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1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CBD38-3764-1690-CB10-1040A7E6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Purpose of a Value Stream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C0099-3291-4D20-4183-D122F469F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Visualizes end-to-end work flow</a:t>
            </a:r>
          </a:p>
          <a:p>
            <a:r>
              <a:rPr lang="en-US" sz="2000" dirty="0"/>
              <a:t>Highlights delays and waste</a:t>
            </a:r>
          </a:p>
          <a:p>
            <a:r>
              <a:rPr lang="en-US" sz="2000" dirty="0"/>
              <a:t>Drives improvements in flow &amp; quality</a:t>
            </a:r>
          </a:p>
          <a:p>
            <a:r>
              <a:rPr lang="en-US" sz="2000" dirty="0"/>
              <a:t>Focuses on delivering value faster to customers</a:t>
            </a:r>
          </a:p>
          <a:p>
            <a:endParaRPr lang="en-US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17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8F0BA-5228-E4B2-3F00-6597C8DD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Lead Time vs Processing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9372580-D480-07B8-213C-2924D739A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709445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4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CE9B5-A306-6871-1302-FD11CC48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Lead Time Matters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1AF24CC-3CE0-D64D-678E-F14F92F831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73905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53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A2E8D-4D90-CB39-84CF-991C96E4F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Scenario: Months Long Deployments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F2B5F56-6184-B217-CD5E-9A627699A3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42305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443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78CD3-DC9D-389D-D708-2EEC0EA5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DevOps Ideal: Minutes Long Deployments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CCFE9E7-4FBA-5100-05D3-3E47212AF8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10915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785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410E5-680E-B57E-5529-83E4B0F6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Practices That Reduce Lead Time</a:t>
            </a:r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7D7302C2-024D-8506-91AC-57405F29FD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863492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39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6A812-0713-6277-127A-4E891041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6079106-416C-9120-CEB1-D9E89D65F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20368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0756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316</Words>
  <Application>Microsoft Macintosh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The Technology Value Stream</vt:lpstr>
      <vt:lpstr>What Is the Technology Value Stream</vt:lpstr>
      <vt:lpstr>Purpose of a Value Stream</vt:lpstr>
      <vt:lpstr>Lead Time vs Processing Time</vt:lpstr>
      <vt:lpstr>Why Lead Time Matters</vt:lpstr>
      <vt:lpstr>Common Scenario: Months Long Deployments</vt:lpstr>
      <vt:lpstr>DevOps Ideal: Minutes Long Deployments</vt:lpstr>
      <vt:lpstr>Practices That Reduce Lead Time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Sylvester Brandon</dc:creator>
  <cp:lastModifiedBy>Sylvester Brandon</cp:lastModifiedBy>
  <cp:revision>2</cp:revision>
  <dcterms:created xsi:type="dcterms:W3CDTF">2026-01-18T18:02:20Z</dcterms:created>
  <dcterms:modified xsi:type="dcterms:W3CDTF">2026-01-18T18:18:21Z</dcterms:modified>
</cp:coreProperties>
</file>